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2f5ebb0264cea" /><Relationship Type="http://schemas.openxmlformats.org/officeDocument/2006/relationships/extended-properties" Target="/docProps/app.xml" Id="R9177cb9d88fc4f4f" /><Relationship Type="http://schemas.openxmlformats.org/officeDocument/2006/relationships/officeDocument" Target="/ppt/presentation.xml" Id="R2576388255ca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849fca68b41ad"/>
  </p:sldMasterIdLst>
  <p:notesMasterIdLst>
    <p:notesMasterId xmlns:r="http://schemas.openxmlformats.org/officeDocument/2006/relationships" r:id="R3b16fd2e49c94fe5"/>
  </p:notesMasterIdLst>
  <p:sldIdLst>
    <p:sldId xmlns:r="http://schemas.openxmlformats.org/officeDocument/2006/relationships" id="256" r:id="R4cedfa8b7d3140d9"/>
    <p:sldId xmlns:r="http://schemas.openxmlformats.org/officeDocument/2006/relationships" id="257" r:id="Ra765e9e4c2314c52"/>
    <p:sldId xmlns:r="http://schemas.openxmlformats.org/officeDocument/2006/relationships" id="258" r:id="Rdb0167d150e14ffa"/>
    <p:sldId xmlns:r="http://schemas.openxmlformats.org/officeDocument/2006/relationships" id="259" r:id="Rd5130ef83a9e4f0e"/>
    <p:sldId xmlns:r="http://schemas.openxmlformats.org/officeDocument/2006/relationships" id="260" r:id="R3b70edb145a14ef8"/>
    <p:sldId xmlns:r="http://schemas.openxmlformats.org/officeDocument/2006/relationships" id="261" r:id="R2d1df78a34b7418f"/>
    <p:sldId xmlns:r="http://schemas.openxmlformats.org/officeDocument/2006/relationships" id="262" r:id="R54e9439de4134101"/>
    <p:sldId xmlns:r="http://schemas.openxmlformats.org/officeDocument/2006/relationships" id="263" r:id="R8b5d46202fe447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9d197df16f4b31" /><Relationship Type="http://schemas.openxmlformats.org/officeDocument/2006/relationships/slideMaster" Target="/ppt/slideMasters/slideMaster1.xml" Id="Rea5849fca68b41ad" /><Relationship Type="http://schemas.openxmlformats.org/officeDocument/2006/relationships/notesMaster" Target="/ppt/notesMasters/notesMaster1.xml" Id="R3b16fd2e49c94fe5" /><Relationship Type="http://schemas.openxmlformats.org/officeDocument/2006/relationships/presProps" Target="/ppt/presProps.xml" Id="R8ed8e4b5ff1340ba" /><Relationship Type="http://schemas.openxmlformats.org/officeDocument/2006/relationships/tableStyles" Target="/ppt/tableStyles.xml" Id="Rfbdaeb70ec5b455f" /><Relationship Type="http://schemas.openxmlformats.org/officeDocument/2006/relationships/slide" Target="/ppt/slides/slide1.xml" Id="R4cedfa8b7d3140d9" /><Relationship Type="http://schemas.openxmlformats.org/officeDocument/2006/relationships/slide" Target="/ppt/slides/slide2.xml" Id="Ra765e9e4c2314c52" /><Relationship Type="http://schemas.openxmlformats.org/officeDocument/2006/relationships/slide" Target="/ppt/slides/slide3.xml" Id="Rdb0167d150e14ffa" /><Relationship Type="http://schemas.openxmlformats.org/officeDocument/2006/relationships/slide" Target="/ppt/slides/slide4.xml" Id="Rd5130ef83a9e4f0e" /><Relationship Type="http://schemas.openxmlformats.org/officeDocument/2006/relationships/slide" Target="/ppt/slides/slide5.xml" Id="R3b70edb145a14ef8" /><Relationship Type="http://schemas.openxmlformats.org/officeDocument/2006/relationships/slide" Target="/ppt/slides/slide6.xml" Id="R2d1df78a34b7418f" /><Relationship Type="http://schemas.openxmlformats.org/officeDocument/2006/relationships/slide" Target="/ppt/slides/slide7.xml" Id="R54e9439de4134101" /><Relationship Type="http://schemas.openxmlformats.org/officeDocument/2006/relationships/slide" Target="/ppt/slides/slide8.xml" Id="R8b5d46202fe447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162caf12d14b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dac3a9e3bc4a25" /><Relationship Type="http://schemas.openxmlformats.org/officeDocument/2006/relationships/notesMaster" Target="/ppt/notesMasters/notesMaster1.xml" Id="R2dcf0e5e6c9e4c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e72d03599444ec" /><Relationship Type="http://schemas.openxmlformats.org/officeDocument/2006/relationships/notesMaster" Target="/ppt/notesMasters/notesMaster1.xml" Id="R1a337549665a41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3bd5c53e3426b" /><Relationship Type="http://schemas.openxmlformats.org/officeDocument/2006/relationships/notesMaster" Target="/ppt/notesMasters/notesMaster1.xml" Id="Rfc5bce05c16948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375f33e4d94afa" /><Relationship Type="http://schemas.openxmlformats.org/officeDocument/2006/relationships/notesMaster" Target="/ppt/notesMasters/notesMaster1.xml" Id="Re3dc93529e064b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3b566c7c5498e" /><Relationship Type="http://schemas.openxmlformats.org/officeDocument/2006/relationships/notesMaster" Target="/ppt/notesMasters/notesMaster1.xml" Id="R31fc1089b436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7e29a283824f0b" /><Relationship Type="http://schemas.openxmlformats.org/officeDocument/2006/relationships/notesMaster" Target="/ppt/notesMasters/notesMaster1.xml" Id="Rdd10971db5ab47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81dc284266460c" /><Relationship Type="http://schemas.openxmlformats.org/officeDocument/2006/relationships/notesMaster" Target="/ppt/notesMasters/notesMaster1.xml" Id="Rd48781e9404145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3cba3744a84cdf" /><Relationship Type="http://schemas.openxmlformats.org/officeDocument/2006/relationships/notesMaster" Target="/ppt/notesMasters/notesMaster1.xml" Id="Rc8190abf267e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Systematic final quality checks and From problem to cause, correction and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Collecting purposeful evidence and Writing captions that explain what the evidence proves.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Evaluation is a judgement supported by evidence and Selecting a concise portfolio evidence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ebdd6b9f046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bf2dbebae41a8" /><Relationship Type="http://schemas.openxmlformats.org/officeDocument/2006/relationships/slideLayout" Target="/ppt/slideLayouts/slideLayout1.xml" Id="Rfa432660cbc34a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32660cbc34a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20958c18149b5" /><Relationship Type="http://schemas.openxmlformats.org/officeDocument/2006/relationships/image" Target="/ppt/media/image.png" Id="Raaccf10cbdb44b55" /><Relationship Type="http://schemas.openxmlformats.org/officeDocument/2006/relationships/notesSlide" Target="/ppt/notesSlides/notesSlide1.xml" Id="R86053a7ad651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6c4981699495e" /><Relationship Type="http://schemas.openxmlformats.org/officeDocument/2006/relationships/notesSlide" Target="/ppt/notesSlides/notesSlide2.xml" Id="R63805c8261f84c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8f25640054a65" /><Relationship Type="http://schemas.openxmlformats.org/officeDocument/2006/relationships/notesSlide" Target="/ppt/notesSlides/notesSlide3.xml" Id="R48d5ad5616ad4f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c7cae36bc4fca" /><Relationship Type="http://schemas.openxmlformats.org/officeDocument/2006/relationships/notesSlide" Target="/ppt/notesSlides/notesSlide4.xml" Id="R9b7bc126b3b9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a613502e448af" /><Relationship Type="http://schemas.openxmlformats.org/officeDocument/2006/relationships/notesSlide" Target="/ppt/notesSlides/notesSlide5.xml" Id="R3a22bfd101bc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03e0f84774b97" /><Relationship Type="http://schemas.openxmlformats.org/officeDocument/2006/relationships/notesSlide" Target="/ppt/notesSlides/notesSlide6.xml" Id="R952014ac565b44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fc43e59184ec0" /><Relationship Type="http://schemas.openxmlformats.org/officeDocument/2006/relationships/notesSlide" Target="/ppt/notesSlides/notesSlide7.xml" Id="Rc8885e1deed24a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ff7ae42714ca2" /><Relationship Type="http://schemas.openxmlformats.org/officeDocument/2006/relationships/notesSlide" Target="/ppt/notesSlides/notesSlide8.xml" Id="R5e01540dc5aa4b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9A5E9-7923-4A00-950A-C7134B49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0038B-E5B8-4F6B-B294-76AE1D5E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0B6E6-336F-481A-890C-E04D47E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99D90-714A-4068-B18B-EB95645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Quality checks, evidence, problem solving and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CF966-374F-4363-A833-E4E1A806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17–18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0B793-0481-4214-9DE6-5331254A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6C281-6744-4563-9D60-6EB87B9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6DA24-5CE2-4C46-8217-FB54838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cf10cbdb44b55"/>
          <a:stretch xmlns:a="http://schemas.openxmlformats.org/drawingml/2006/main"/>
        </p:blipFill>
        <p:spPr>
          <a:xfrm xmlns:a="http://schemas.openxmlformats.org/drawingml/2006/main">
            <a:off x="7658100" y="1286376"/>
            <a:ext cx="3714750" cy="417094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096046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32B0F-AA78-44CA-AB57-22C33772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1FC41-5513-4ECB-888F-37102F30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373B4-9F1B-4268-A5CC-82F70FF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A9509-47B3-4919-BC46-5324B8F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E64D8-4113-468B-8D86-95C68032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60F94-B1F7-434B-AFA4-99B2351A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44D56-A477-4E73-9C0A-776D067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B4E33-73C4-4D08-AEC5-E1C641A5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Systematic final quality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F0FFB-5204-43B2-B5C9-7E8E891C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DC7C8-7C6C-4CBA-B154-F89F277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5E526-9783-48C3-BA54-6E9CBED7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From problem to cause, correction and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98760-ADFD-45F9-A788-ED6EFEA9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BF22F-A19C-4D18-A045-9DFCC9ED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CAD01-AB01-4CA4-AD08-A6B82358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Collecting purposeful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5EF84-B6AD-40B5-B4CA-AF8E2FCC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F51D3-7D76-47EA-9509-52478DC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F16F5-CBE3-4DFC-909F-07C033F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Writing captions that explain what the evidence proves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49021-45AB-4486-B680-6311BAE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98CD9-BF43-4889-A465-9D2EA1B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414BE-F5C7-47E4-9415-CCF16B1B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Evaluation is a judgement supported by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E31BD-8AF5-4CFD-9B5B-EAF1952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4C96F-AC9D-45AE-8A75-4C36657B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2C73B-CA13-4E3E-94A4-DAE27CD1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Selecting a concise portfolio evidence set</a:t>
            </a:r>
          </a:p>
        </p:txBody>
      </p:sp>
    </p:spTree>
    <p:extLst>
      <p:ext uri="{BB962C8B-B14F-4D97-AF65-F5344CB8AC3E}">
        <p14:creationId xmlns:p14="http://schemas.microsoft.com/office/powerpoint/2010/main" val="1455072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9656E-F299-45C2-AEA7-8ABA5F87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21E15-0376-4DEE-84D0-6193EBAB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173F7-5608-4CBD-AA20-8D29D61D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96036-8060-46F9-B4D9-C26EBC0B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Systematic final quality checks + From problem to cause,…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6437F-0E91-4B3B-A987-9EDE03B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E45DE-2300-46C2-A381-9ADF206C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Systematic final quality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304D2-EE00-49C0-A419-6F1D56A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final quality check should compare the completed bedside table with the approved drawing and success criteria, using clear evidence rather than general impressions.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C9D04-D99C-4C32-AFC1-5080F54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9E042-8646-4165-8B27-AA884D8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From problem to cause, correction and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80D87-EC58-493C-90CD-35CE815A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Strong problem solving explains more than the visible fault.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57EF0-3DC4-42C8-84D8-2FFF2112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12737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25375-784C-471F-BCC3-52F39FB6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441A4-8335-4270-A80C-78400C5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1B73E-1AC5-435C-AD92-5370472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55917-AB5F-411C-8EA0-E45D3765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Collecting purposeful evidence + Writing captions that…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9EE30-C713-4F0D-B538-9A632A2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EF3F8-FA6D-4F60-B8D9-383B086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Collecting purposeful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7CDC-7629-4D21-82A3-23F8545C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Evidence for the completed bedside table should be clear, purposeful and directly linked to the approved success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9E6E-8D97-435B-BA68-B52716A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1310F-7E6B-4614-BD57-906822C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Writing captions that explain what the evidence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BB491-AB64-43C4-885B-E6F98E67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caption makes a photograph interpretable.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94365-DF24-4D5E-94FD-EFB14AD6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160910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31D70-AF95-4AA9-AC28-4A74C00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D3452-87B3-4E5E-A2FE-A07D60D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F1CAF-34BC-40A3-A2F6-3B69A44A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F0D74-8D2D-406D-99C8-51AA7C2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Evaluation is a judgement supported by evidence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0A2A1-CCE5-480E-938F-CE9F7F0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BF2FF-1879-41AA-8608-DBCF89A7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Evaluation is a judgement supported by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A3B2F-76C0-48B3-86E8-FA194548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An evaluation is an honest judgement of how successfully the completed bedside table meets the design brief and approved success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73EBE-BD95-4A40-A3FD-CE68D2C7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178A7-DB08-4325-9215-24105CF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Selecting a concise portfolio evidence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37D08-6BE5-477B-ADDF-B74601B5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project folio should form an evidence chain from the brief to the finished 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707A3-B5AC-4BE4-A73D-E83CAB31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03646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6DD23-D32F-4278-8E65-37EEE541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E02C-C063-4C90-94E7-7F1BDEE3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44362-D990-4E60-B4E5-9A76C696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10C5D-E9D6-4C27-BFD1-F6303E3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1B211-D0F8-4117-B697-721F31C5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4F814-87A1-4DF5-8970-7E5E4E7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Systematic final quality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5528B-12E5-45EF-AB3A-03758E9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BD48D-0668-4F88-91D0-695DD2E5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Writing captions that explain what the evidence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C1B61-7488-437A-9693-78C7F7EC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92C3D-B1B3-4D2A-8419-E1B9BFE0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Selecting a concise portfolio evidence set</a:t>
            </a:r>
          </a:p>
        </p:txBody>
      </p:sp>
    </p:spTree>
    <p:extLst>
      <p:ext uri="{BB962C8B-B14F-4D97-AF65-F5344CB8AC3E}">
        <p14:creationId xmlns:p14="http://schemas.microsoft.com/office/powerpoint/2010/main" val="487561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E40A3-FFB2-4167-B511-64F69A1D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3AAB6-DA4B-4D45-A537-4EB04000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5D712-9915-4D8A-BB97-52FD0894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4A26E-A7E8-4F6A-9E6E-AE66B37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E079F-F7DB-47F9-B4E1-7554861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D1D11-D962-4E9C-8864-4A715464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DD6E8-76CD-41C1-B1B5-EA10416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4EF06-E71A-4967-A55F-D4767190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64774-226E-40AD-A4EF-4AB27F6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90953-47C0-46D3-B65F-F359F5E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B924A-925C-4273-A820-EAE286E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440E9-757E-4723-BEBC-11920819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60E49-070E-4C61-884B-859A4EFE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D5BB1-35FE-49B0-8697-3DB0BB8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EB547-99BA-4657-B730-28329DFB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779161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7D754-9965-4B0C-B650-11761F8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21450-7C96-48B0-956E-A73A918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4B37F-F652-46E2-8BA9-A621A2EC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F9E9-8A24-4378-B93D-A22389AC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1920E-E444-4827-9AC2-B927F6B9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ED9D7-E995-4E13-A738-1631A67F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58465-3290-46FE-963C-2F2F28C0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Systematic final quality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2B3FD-1EA8-4F29-BA5E-F14434F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9BB7F-906F-4FAB-8AA9-295FAB6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85B8A-E0A8-4EFB-849C-22FACAF2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45009-A4A4-467E-8C1D-FCFBBF7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E3E9D-32EF-441D-90F6-EA991D2F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318294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2026-08-16T02:12:42.0970000Z</dcterms:created>
  <dcterms:modified xsi:type="dcterms:W3CDTF">2026-08-16T02:12:42.0970000Z</dcterms:modified>
</coreProperties>
</file>