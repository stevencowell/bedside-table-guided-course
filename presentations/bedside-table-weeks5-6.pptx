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e41ec2dc34b5b" /><Relationship Type="http://schemas.openxmlformats.org/officeDocument/2006/relationships/extended-properties" Target="/docProps/app.xml" Id="Rcb0b6ea8f13043b2" /><Relationship Type="http://schemas.openxmlformats.org/officeDocument/2006/relationships/officeDocument" Target="/ppt/presentation.xml" Id="R3a03a241c0e8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50914345b4b70"/>
  </p:sldMasterIdLst>
  <p:notesMasterIdLst>
    <p:notesMasterId xmlns:r="http://schemas.openxmlformats.org/officeDocument/2006/relationships" r:id="Rb97c04c21da44c47"/>
  </p:notesMasterIdLst>
  <p:sldIdLst>
    <p:sldId xmlns:r="http://schemas.openxmlformats.org/officeDocument/2006/relationships" id="256" r:id="Rfed15fdc21ab48cc"/>
    <p:sldId xmlns:r="http://schemas.openxmlformats.org/officeDocument/2006/relationships" id="257" r:id="R51091b9013ea4112"/>
    <p:sldId xmlns:r="http://schemas.openxmlformats.org/officeDocument/2006/relationships" id="258" r:id="R166254fbd1714785"/>
    <p:sldId xmlns:r="http://schemas.openxmlformats.org/officeDocument/2006/relationships" id="259" r:id="Rb4fd6128bd764093"/>
    <p:sldId xmlns:r="http://schemas.openxmlformats.org/officeDocument/2006/relationships" id="260" r:id="R0b69e022dd5445db"/>
    <p:sldId xmlns:r="http://schemas.openxmlformats.org/officeDocument/2006/relationships" id="261" r:id="R2bc20dda12534930"/>
    <p:sldId xmlns:r="http://schemas.openxmlformats.org/officeDocument/2006/relationships" id="262" r:id="Rd7b198801c704abd"/>
    <p:sldId xmlns:r="http://schemas.openxmlformats.org/officeDocument/2006/relationships" id="263" r:id="Rf989e58a379d4d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8daa8ac384449" /><Relationship Type="http://schemas.openxmlformats.org/officeDocument/2006/relationships/slideMaster" Target="/ppt/slideMasters/slideMaster1.xml" Id="Rd5e50914345b4b70" /><Relationship Type="http://schemas.openxmlformats.org/officeDocument/2006/relationships/notesMaster" Target="/ppt/notesMasters/notesMaster1.xml" Id="Rb97c04c21da44c47" /><Relationship Type="http://schemas.openxmlformats.org/officeDocument/2006/relationships/presProps" Target="/ppt/presProps.xml" Id="R537a0308290d43da" /><Relationship Type="http://schemas.openxmlformats.org/officeDocument/2006/relationships/tableStyles" Target="/ppt/tableStyles.xml" Id="Rbe6a8e36068d4e1a" /><Relationship Type="http://schemas.openxmlformats.org/officeDocument/2006/relationships/slide" Target="/ppt/slides/slide1.xml" Id="Rfed15fdc21ab48cc" /><Relationship Type="http://schemas.openxmlformats.org/officeDocument/2006/relationships/slide" Target="/ppt/slides/slide2.xml" Id="R51091b9013ea4112" /><Relationship Type="http://schemas.openxmlformats.org/officeDocument/2006/relationships/slide" Target="/ppt/slides/slide3.xml" Id="R166254fbd1714785" /><Relationship Type="http://schemas.openxmlformats.org/officeDocument/2006/relationships/slide" Target="/ppt/slides/slide4.xml" Id="Rb4fd6128bd764093" /><Relationship Type="http://schemas.openxmlformats.org/officeDocument/2006/relationships/slide" Target="/ppt/slides/slide5.xml" Id="R0b69e022dd5445db" /><Relationship Type="http://schemas.openxmlformats.org/officeDocument/2006/relationships/slide" Target="/ppt/slides/slide6.xml" Id="R2bc20dda12534930" /><Relationship Type="http://schemas.openxmlformats.org/officeDocument/2006/relationships/slide" Target="/ppt/slides/slide7.xml" Id="Rd7b198801c704abd" /><Relationship Type="http://schemas.openxmlformats.org/officeDocument/2006/relationships/slide" Target="/ppt/slides/slide8.xml" Id="Rf989e58a379d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836699fa42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46f789741a401c" /><Relationship Type="http://schemas.openxmlformats.org/officeDocument/2006/relationships/notesMaster" Target="/ppt/notesMasters/notesMaster1.xml" Id="R72ac0f98cb78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33c908230241bb" /><Relationship Type="http://schemas.openxmlformats.org/officeDocument/2006/relationships/notesMaster" Target="/ppt/notesMasters/notesMaster1.xml" Id="Rbd7d22f32e68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0414c9caf4dfc" /><Relationship Type="http://schemas.openxmlformats.org/officeDocument/2006/relationships/notesMaster" Target="/ppt/notesMasters/notesMaster1.xml" Id="R9456717afbdf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0f32a4c9141c6" /><Relationship Type="http://schemas.openxmlformats.org/officeDocument/2006/relationships/notesMaster" Target="/ppt/notesMasters/notesMaster1.xml" Id="Rdad2695866f843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4cbbefa4049b4" /><Relationship Type="http://schemas.openxmlformats.org/officeDocument/2006/relationships/notesMaster" Target="/ppt/notesMasters/notesMaster1.xml" Id="Rabf2a4cbbc7a4a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3b0ca90cd441d" /><Relationship Type="http://schemas.openxmlformats.org/officeDocument/2006/relationships/notesMaster" Target="/ppt/notesMasters/notesMaster1.xml" Id="R0bc76de58d5c4c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93ef5e28b54824" /><Relationship Type="http://schemas.openxmlformats.org/officeDocument/2006/relationships/notesMaster" Target="/ppt/notesMasters/notesMaster1.xml" Id="Rad6266fb9069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e0666592c740fe" /><Relationship Type="http://schemas.openxmlformats.org/officeDocument/2006/relationships/notesMaster" Target="/ppt/notesMasters/notesMaster1.xml" Id="R1c60ef809f26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Frame components and the structural load path and How a mortise-and-tenon joint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Hollow-chisel mortiser: set-up, control and test pieces and Marking and shaping matched tapered legs.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Shaping the broad curved front apron and Controlled cutting, joint refinement and quality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b1a011772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345d75dbf84ab3" /><Relationship Type="http://schemas.openxmlformats.org/officeDocument/2006/relationships/slideLayout" Target="/ppt/slideLayouts/slideLayout1.xml" Id="R7b38212a9aca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8212a9aca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d1786a4ee49b6" /><Relationship Type="http://schemas.openxmlformats.org/officeDocument/2006/relationships/image" Target="/ppt/media/image.png" Id="Rf882e44b41da40c5" /><Relationship Type="http://schemas.openxmlformats.org/officeDocument/2006/relationships/notesSlide" Target="/ppt/notesSlides/notesSlide1.xml" Id="Rff81f5f510c7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ecc6ccbbb4d08" /><Relationship Type="http://schemas.openxmlformats.org/officeDocument/2006/relationships/notesSlide" Target="/ppt/notesSlides/notesSlide2.xml" Id="R739b547fa185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4d81066804422" /><Relationship Type="http://schemas.openxmlformats.org/officeDocument/2006/relationships/notesSlide" Target="/ppt/notesSlides/notesSlide3.xml" Id="R1e19c32d0c984a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22f7b3fa64c34" /><Relationship Type="http://schemas.openxmlformats.org/officeDocument/2006/relationships/notesSlide" Target="/ppt/notesSlides/notesSlide4.xml" Id="R19bd516a5162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211ea33b24e8e" /><Relationship Type="http://schemas.openxmlformats.org/officeDocument/2006/relationships/notesSlide" Target="/ppt/notesSlides/notesSlide5.xml" Id="Rc611f5b57a0a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0ce5f4640404e" /><Relationship Type="http://schemas.openxmlformats.org/officeDocument/2006/relationships/notesSlide" Target="/ppt/notesSlides/notesSlide6.xml" Id="R26d862f99f0141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f41c202a44311" /><Relationship Type="http://schemas.openxmlformats.org/officeDocument/2006/relationships/notesSlide" Target="/ppt/notesSlides/notesSlide7.xml" Id="Ra015dbc5f338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30a07f114a4e" /><Relationship Type="http://schemas.openxmlformats.org/officeDocument/2006/relationships/notesSlide" Target="/ppt/notesSlides/notesSlide8.xml" Id="R83c4f470a8d9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12C01-4B47-4040-9195-AA07527B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ADCAA-53EB-491A-B97D-8B43BB5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07F71-4359-4865-A716-6F2E1BE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E4A0-BD53-4C49-B8F4-5FF9831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Frame components, tapered legs, shaped apron and joinery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85F44-240F-4D6F-976E-56B9F9AE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5–6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506F-C615-4DA3-A20A-F18FB54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C7313-6891-48B7-9775-B3E22F40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6C4E1-0B0F-40E3-96DE-87DFD4F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2e44b41da40c5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13393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22F68-549C-49ED-AA9B-5064A3A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741D4-9322-4F2A-A801-D3B36412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A1D33-3B67-4678-937E-B69FE9B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2AD8B-43A2-4338-AD75-50B826B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24B27-7A24-4482-8622-690E5F7D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63DB3-8162-46A2-B9EF-A6265578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0A029-B7B8-4516-90FF-0CF5588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46C2E-61C8-4E0D-BE25-EF68842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Frame components and the structural load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B8B97-C3E7-490E-860D-66AEA7EF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1E76-FA76-4CB0-9360-41F8AEE2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D9D3-D182-4663-B53B-2594927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a mortise-and-tenon joint 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95753-2888-4CEC-99DA-6ED7CDDD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6BA9B-6139-4973-82A5-4ED3F11F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24ED7-216C-4902-90C8-D3D98EF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Hollow-chisel mortiser: set-up, control and test pieces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8FCEE-ECC9-45E7-B3CB-8179C17D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072A0-89CE-4435-B3FF-34B59A5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7E86D-5739-46E0-BC99-E7345A6F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Marking and shaping matched tapered legs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9CE1F-1E59-4469-9EB4-5955E7D1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623EB-225E-44EA-A683-B8E3C7E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54EBA-E6DA-4C69-85AD-DA2D1B1E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Shaping the broad curved front apron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F75DF-9E99-4B1A-A7EA-FF2CCD2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FA92D-F7EF-4C91-BEC1-14F850DE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E35DC-5455-4C50-B5A4-A79B1E4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Controlled cutting, joint refinement and quality gates</a:t>
            </a:r>
          </a:p>
        </p:txBody>
      </p:sp>
    </p:spTree>
    <p:extLst>
      <p:ext uri="{BB962C8B-B14F-4D97-AF65-F5344CB8AC3E}">
        <p14:creationId xmlns:p14="http://schemas.microsoft.com/office/powerpoint/2010/main" val="1711482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E6AEA-59AA-4A0D-B0A2-933FF1B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669B1-39F3-49BC-9DD8-C5207A2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E32B3-02AE-4EB8-9EC7-40CC9DB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48EAA-57AC-41C0-959C-81BDE65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Frame components and the structural load path + How a…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27881-653D-4B20-BD86-312DDB80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D1392-4A18-467A-A2F7-87FDC72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Frame components and the structural load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B7699-BB58-4974-BB81-7353E34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frame supports the thick, slightly overhanging top and keeps the bedside table rigid, square and stable.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8C22F-EFBA-41D1-A84B-0552FB73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157D1-7D1B-4BA0-A9AA-4130DA78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How a mortise-and-tenon joint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EAE7D-F26C-45A6-B796-C82CD9B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Mortise-and-tenon joints suit a tapered-leg bedside table because they create strong, neat connections between the legs, rails and front apron without relying only on screws or nails.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9FFE6-6368-461F-A91A-09A9CAD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10219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3DB89-BF94-4F27-B5C1-0307B1C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A5F63-7895-4D83-8F3A-E6637E8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30AF8-059E-4A8A-B06C-0FBD6E2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FEB59-0583-4959-A7CB-D29AC011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Hollow-chisel mortiser: set-up, control and test pieces…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7F370-207D-41B1-9F47-249FD92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41740-0EE0-40D5-9109-5668152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Hollow-chisel mortiser: set-up, control and test pieces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63DC3-B88D-4AB7-BF48-A1E7F35B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hollow-chisel mortiser removes a controlled series of square-sided cuts to form the mortise.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2B96C-0200-474C-9B17-BCBA850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6071F-ECF9-4897-A5F9-87A894B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Marking and shaping matched tapered legs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F7CDD-4FA6-4CB4-BE98-399295F5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four tapered legs create the light appearance of the project, but they must still match in length, orientation and transition.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A7B22-737E-48D1-8142-5C7AD6E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89547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9E252-66CC-4065-A0F7-6A5C4427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58E7E-9C4F-486F-A14C-3720DD7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90FE3-5BF1-4538-99E9-440D5A5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517A1-D537-444B-8113-ADB836A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Shaping the broad curved front apron + Controlled…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B9491-012E-474C-B0D7-B30E9B84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F9478-7D89-4610-8485-CD5F106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Shaping the broad curved front apron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C7308-0932-4035-8238-C692072D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front apron is both a structural rail and a visual feature.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9A79C-C737-471C-B1FA-8EF92BD4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7F539-2897-4558-AE85-E31C6D2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Controlled cutting, joint refinement and quality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D158E-8FBD-48FC-BA61-427131B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Controlled cutting means using each machine and hand tool for the task it performs best, while following the workshop SOP and teacher instructions.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D287C-4BD7-4DD2-8D17-A4DD48B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6857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4C0C1-532B-439A-9D76-6DF54E21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05C61-7B24-4F36-99A5-3358EBC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A43DD-8ADE-40E9-9A3C-3F74C603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A6166-435A-4A67-A62B-061AA75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D4B8E-F5DB-4804-9886-57A044E1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A1BFA-8A57-4838-81AA-D90C9C5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Frame components and the structural load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4A8CC-3F6C-46C9-9C90-7C247A7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051D1-D98E-47BE-96BC-DCDFAF4B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Marking and shaping matched tapered legs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DE7AF-F0C2-4B7D-BA4B-4627E61C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A6220-B2E6-4217-8C59-F6806C00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Controlled cutting, joint refinement and quality gates</a:t>
            </a:r>
          </a:p>
        </p:txBody>
      </p:sp>
    </p:spTree>
    <p:extLst>
      <p:ext uri="{BB962C8B-B14F-4D97-AF65-F5344CB8AC3E}">
        <p14:creationId xmlns:p14="http://schemas.microsoft.com/office/powerpoint/2010/main" val="103010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B5419-9917-4408-B0C4-AA9C72F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46F99-487A-4972-BFD5-1B1D94BC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94D16-7BC1-421C-B023-C9861672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E30C0-F578-46CD-9E43-3E28183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28F76-98D8-4049-9FEE-623B839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69990-A600-4D56-9F4F-608158E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0472C-5857-49CF-AA4A-5A23B46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6C9E6-8506-4164-AE8F-70079563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060C9-DD2A-47A6-BE1D-BCFD94F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DB2E7-FA7E-4415-8A3F-1ACE19D4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7D334-503F-41C5-941F-4F41DF7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EDD33-F86E-4E5E-95AF-1181415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2E39B-EB62-43E5-9FC6-5632273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4BB63-DA99-4903-BADA-D45C6F54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7E33-3FBB-4C4A-A8A1-DEF65D1B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48972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5C140-B69E-483A-93B4-923E4C7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4C58A-7D12-4CD7-A7BC-1AA9B9A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C1596-4795-4501-855B-9DC1FDEC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8DD43-9B3D-4AF8-A552-E7A83A1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112B-6795-4156-B449-D673FD7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1F654-DEA9-4387-9CFB-B479BAE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64442-EAB0-4B14-A0DF-FB683E08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Frame components and the structural load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4184F-3EE4-4AA5-864F-7306B40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23CF8-69DC-4873-82F4-3961F20A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1C55D-4C0F-41C5-BE26-1DDC1DD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C604-7E95-450C-A18A-A1F2CFD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FC24E-B209-484C-A0F6-12DA3686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489518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2026-08-16T02:12:38.9810000Z</dcterms:created>
  <dcterms:modified xsi:type="dcterms:W3CDTF">2026-08-16T02:12:38.9810000Z</dcterms:modified>
</coreProperties>
</file>