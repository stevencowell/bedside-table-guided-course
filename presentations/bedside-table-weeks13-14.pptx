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1eb3361da2431d" /><Relationship Type="http://schemas.openxmlformats.org/officeDocument/2006/relationships/extended-properties" Target="/docProps/app.xml" Id="R935c8c21273f4f86" /><Relationship Type="http://schemas.openxmlformats.org/officeDocument/2006/relationships/officeDocument" Target="/ppt/presentation.xml" Id="R9e1532e4abae4c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aa2ccfee2412f"/>
  </p:sldMasterIdLst>
  <p:notesMasterIdLst>
    <p:notesMasterId xmlns:r="http://schemas.openxmlformats.org/officeDocument/2006/relationships" r:id="R0322e132924d464e"/>
  </p:notesMasterIdLst>
  <p:sldIdLst>
    <p:sldId xmlns:r="http://schemas.openxmlformats.org/officeDocument/2006/relationships" id="256" r:id="R3741617ea5b14bc9"/>
    <p:sldId xmlns:r="http://schemas.openxmlformats.org/officeDocument/2006/relationships" id="257" r:id="Ra15ffc1f943c4ac5"/>
    <p:sldId xmlns:r="http://schemas.openxmlformats.org/officeDocument/2006/relationships" id="258" r:id="R07a2804f54994c3a"/>
    <p:sldId xmlns:r="http://schemas.openxmlformats.org/officeDocument/2006/relationships" id="259" r:id="R082bf7abcaf64a06"/>
    <p:sldId xmlns:r="http://schemas.openxmlformats.org/officeDocument/2006/relationships" id="260" r:id="R4de7912c91744d0d"/>
    <p:sldId xmlns:r="http://schemas.openxmlformats.org/officeDocument/2006/relationships" id="261" r:id="Raac9acf1a21d460f"/>
    <p:sldId xmlns:r="http://schemas.openxmlformats.org/officeDocument/2006/relationships" id="262" r:id="R81e293e75e4e4ada"/>
    <p:sldId xmlns:r="http://schemas.openxmlformats.org/officeDocument/2006/relationships" id="263" r:id="R2974051d314544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0059deabf44ecf" /><Relationship Type="http://schemas.openxmlformats.org/officeDocument/2006/relationships/slideMaster" Target="/ppt/slideMasters/slideMaster1.xml" Id="R775aa2ccfee2412f" /><Relationship Type="http://schemas.openxmlformats.org/officeDocument/2006/relationships/notesMaster" Target="/ppt/notesMasters/notesMaster1.xml" Id="R0322e132924d464e" /><Relationship Type="http://schemas.openxmlformats.org/officeDocument/2006/relationships/presProps" Target="/ppt/presProps.xml" Id="R50b02e7bfe8c4f3a" /><Relationship Type="http://schemas.openxmlformats.org/officeDocument/2006/relationships/tableStyles" Target="/ppt/tableStyles.xml" Id="Rd97bc937bf1d45f6" /><Relationship Type="http://schemas.openxmlformats.org/officeDocument/2006/relationships/slide" Target="/ppt/slides/slide1.xml" Id="R3741617ea5b14bc9" /><Relationship Type="http://schemas.openxmlformats.org/officeDocument/2006/relationships/slide" Target="/ppt/slides/slide2.xml" Id="Ra15ffc1f943c4ac5" /><Relationship Type="http://schemas.openxmlformats.org/officeDocument/2006/relationships/slide" Target="/ppt/slides/slide3.xml" Id="R07a2804f54994c3a" /><Relationship Type="http://schemas.openxmlformats.org/officeDocument/2006/relationships/slide" Target="/ppt/slides/slide4.xml" Id="R082bf7abcaf64a06" /><Relationship Type="http://schemas.openxmlformats.org/officeDocument/2006/relationships/slide" Target="/ppt/slides/slide5.xml" Id="R4de7912c91744d0d" /><Relationship Type="http://schemas.openxmlformats.org/officeDocument/2006/relationships/slide" Target="/ppt/slides/slide6.xml" Id="Raac9acf1a21d460f" /><Relationship Type="http://schemas.openxmlformats.org/officeDocument/2006/relationships/slide" Target="/ppt/slides/slide7.xml" Id="R81e293e75e4e4ada" /><Relationship Type="http://schemas.openxmlformats.org/officeDocument/2006/relationships/slide" Target="/ppt/slides/slide8.xml" Id="R2974051d314544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ce4236aa414e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7f7a0d40d4c8d" /><Relationship Type="http://schemas.openxmlformats.org/officeDocument/2006/relationships/notesMaster" Target="/ppt/notesMasters/notesMaster1.xml" Id="Rff794890a5e345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ffa54602d4483a" /><Relationship Type="http://schemas.openxmlformats.org/officeDocument/2006/relationships/notesMaster" Target="/ppt/notesMasters/notesMaster1.xml" Id="R759a6be3ac8d4f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c802ad5eac45e8" /><Relationship Type="http://schemas.openxmlformats.org/officeDocument/2006/relationships/notesMaster" Target="/ppt/notesMasters/notesMaster1.xml" Id="Rc0868adc5f864d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3e56ef4b8e4451" /><Relationship Type="http://schemas.openxmlformats.org/officeDocument/2006/relationships/notesMaster" Target="/ppt/notesMasters/notesMaster1.xml" Id="R5b594ff39185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dc90eb74d84ed3" /><Relationship Type="http://schemas.openxmlformats.org/officeDocument/2006/relationships/notesMaster" Target="/ppt/notesMasters/notesMaster1.xml" Id="R9dddcada00734a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b599397f284fd0" /><Relationship Type="http://schemas.openxmlformats.org/officeDocument/2006/relationships/notesMaster" Target="/ppt/notesMasters/notesMaster1.xml" Id="R4d94bb0c4f934d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73bbcf4f72499b" /><Relationship Type="http://schemas.openxmlformats.org/officeDocument/2006/relationships/notesMaster" Target="/ppt/notesMasters/notesMaster1.xml" Id="R0a238af8ae4542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de37d6974d412e" /><Relationship Type="http://schemas.openxmlformats.org/officeDocument/2006/relationships/notesMaster" Target="/ppt/notesMasters/notesMaster1.xml" Id="Re27f3c12a1b44f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Inspect before sanding and Abrasive grit, scratch pattern and grain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Sanding tapered legs, curves and edges without changing shape and Defect repair and glue residue.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Final surface inspection with raking light and touch and Dust control, clean-up and pre-finish quality assurance.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3cf265fa040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138c2b1e484ae5" /><Relationship Type="http://schemas.openxmlformats.org/officeDocument/2006/relationships/slideLayout" Target="/ppt/slideLayouts/slideLayout1.xml" Id="Rf48ab962ddf349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ab962ddf349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b73b828764e11" /><Relationship Type="http://schemas.openxmlformats.org/officeDocument/2006/relationships/image" Target="/ppt/media/image.png" Id="R53063ab60e734882" /><Relationship Type="http://schemas.openxmlformats.org/officeDocument/2006/relationships/notesSlide" Target="/ppt/notesSlides/notesSlide1.xml" Id="R3a8f4523172443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43891db1944e2" /><Relationship Type="http://schemas.openxmlformats.org/officeDocument/2006/relationships/notesSlide" Target="/ppt/notesSlides/notesSlide2.xml" Id="R444e64eb584943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24056cc1148dd" /><Relationship Type="http://schemas.openxmlformats.org/officeDocument/2006/relationships/notesSlide" Target="/ppt/notesSlides/notesSlide3.xml" Id="R2e849d3f48ad41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2f799e5a24f6f" /><Relationship Type="http://schemas.openxmlformats.org/officeDocument/2006/relationships/notesSlide" Target="/ppt/notesSlides/notesSlide4.xml" Id="R88c251c199e24d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9df6f0c9d4474" /><Relationship Type="http://schemas.openxmlformats.org/officeDocument/2006/relationships/notesSlide" Target="/ppt/notesSlides/notesSlide5.xml" Id="Ra7ebe05c5f3d42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31b6ade744371" /><Relationship Type="http://schemas.openxmlformats.org/officeDocument/2006/relationships/notesSlide" Target="/ppt/notesSlides/notesSlide6.xml" Id="Rd1162961055b44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239366bcd401f" /><Relationship Type="http://schemas.openxmlformats.org/officeDocument/2006/relationships/notesSlide" Target="/ppt/notesSlides/notesSlide7.xml" Id="Rf595529f8cc044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713b25b5d436e" /><Relationship Type="http://schemas.openxmlformats.org/officeDocument/2006/relationships/notesSlide" Target="/ppt/notesSlides/notesSlide8.xml" Id="R3006d0e05fde4f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800F0-90BD-4D5F-BCA9-5DD37F5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06523-597A-4DA9-BB0D-E2EAEA31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8C81E-AB01-4D85-8376-13D301C4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F710-FEE5-4E6B-A8EC-AD4E9C13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Surface preparation, defect repair and final inspection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46CB3-C01A-47C1-AB6A-52427206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13–14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04CF2-C83A-4C2E-86A3-A8710831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3CDB4-BDB6-406B-A4BD-EB67DC41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3190F-FA8A-4014-A347-49EE180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63ab60e734882"/>
          <a:stretch xmlns:a="http://schemas.openxmlformats.org/drawingml/2006/main"/>
        </p:blipFill>
        <p:spPr>
          <a:xfrm xmlns:a="http://schemas.openxmlformats.org/drawingml/2006/main">
            <a:off x="7658100" y="1280261"/>
            <a:ext cx="3714750" cy="4183179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679274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351A6-C6BE-4D58-A196-CCB77E34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07DD0-2436-4770-934B-65885F10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525CC-69A0-4325-83DC-E706C913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57029-0A40-498A-8357-8D98FF8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137AE-4375-49FF-AACF-F75B4333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5F9C0-9BD6-4D41-8AF6-7EAEC156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A30AB-3614-4BFA-BED9-ACC6FCB0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29575-F4E4-48B1-AAE9-B83D00D1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Inspect before sanding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C08AE-F9A5-4086-A7A2-64B1AD5A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5C707-1245-4C08-B3A5-A0EC1DDD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C04C4-CA57-4A98-ACBE-503989DD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Abrasive grit, scratch pattern and grain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2E963-A5E4-4A5A-9C2F-DA7A9552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79CE1-BB0A-4316-98F0-61B2D33F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ADC6-6C6E-47F4-A449-5B216E96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Sanding tapered legs, curves and edges without changing shape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0F8FD-1EAE-4CD5-85FB-500C8AAB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FAACD-A956-4ABA-831C-34C9EF1A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073F6-B03E-4FFC-9EAA-42D10B83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Defect repair and glue residue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1C58E-8B99-4F60-AB7A-97C6787A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4BBC5-9AE7-4540-BC49-AD22D77D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62727-F454-4B69-AAE2-36AEA251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Final surface inspection with raking light and touch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0F4CAC-2D7B-4F1E-AB9E-F037B62C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259BC-D0A9-44B4-93DC-E5B5B251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AA6DA-D96B-47F8-B3F5-E4285347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Dust control, clean-up and pre-finish quality assurance</a:t>
            </a:r>
          </a:p>
        </p:txBody>
      </p:sp>
    </p:spTree>
    <p:extLst>
      <p:ext uri="{BB962C8B-B14F-4D97-AF65-F5344CB8AC3E}">
        <p14:creationId xmlns:p14="http://schemas.microsoft.com/office/powerpoint/2010/main" val="1989396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5250F-C5BD-4446-9FDB-41EF5257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A089B-385B-4A94-89DB-7E805AF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BD6A3-37AF-4B6A-84AF-9373B6C1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E01B3-E834-4256-BE7A-BCAB4D72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Inspect before sanding + Abrasive grit, scratch pattern…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109F-6EC7-4F76-B16B-F6D035D6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60B87-6C87-4E2D-A8A4-206ABAC9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Inspect before sanding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31267-2A30-4DA5-8CCB-06F2CC8A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Complete a systematic inspection of the slim tapered-leg bedside table before any finish is applied.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3254-2294-4D3D-AF6A-28118B9C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01977-3A8D-47E1-B4DF-FAF87793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Abrasive grit, scratch pattern and grain direction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63566-739A-4A61-885C-5C357CB7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Before applying a finish, inspect the completed tapered-leg bedside table under strong, even light.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67383-3314-4715-825C-03D9A530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510045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DE4EC-14D5-4B35-90FB-D2E53976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35158-3657-4615-8343-860D41F9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E3BDD-F02C-4684-BAF8-BB611D36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EDD6F-3551-4D79-B7A3-70E6B756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Sanding tapered legs, curves and edges without changing…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CA442-DCF7-4B55-AAA4-E2B9BC5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54E04-872A-4739-AC78-03028BF6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Sanding tapered legs, curves and edges without changing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6E6E8-3C74-4AE9-8268-F5910593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slim tapers and broad curved apron are easy to damage through uneven sanding pressure.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3DB04-D357-407B-83B1-DC9A9013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67FEE-7168-46BD-AC44-20FD1EA4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Defect repair and glue residue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50672-CD05-4D70-90B8-97AA6675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Inspect the completed slim tapered-leg bedside table under strong, even light before any finish is applied.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DCBE8-3FB9-4CED-B7AD-6B38BAB2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83878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FBD5E-6EDB-422A-BA41-32C4F3B8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0B156-E9C3-472F-9E95-D2DD6A75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3EF58-EC3C-441D-BF56-1BFFB9AF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9AAEA-4CA2-4728-8B72-0E27F0F3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Final surface inspection with raking light and touch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0F78F-7F44-4DE7-9325-84EB8AE1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D791B-E942-457F-AD3F-9B758EF5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Final surface inspection with raking light and touch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F0BA2-3FCD-420D-8FEA-ED219D87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Raking light travels across the surface at a low angle and exaggerates scratches, glue patches, dents, waves and dust.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9576-DBF9-4090-ADC9-96458B36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96B36-757D-4D17-9771-01552B6B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Dust control, clean-up and pre-finish quality assurance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BCBA2-88DA-448A-A245-08FD00B1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Fine timber dust affects health, finish quality and workshop safety.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7E95A-2C72-466F-82D8-B84CCBA7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000698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A002F-1763-4CD7-83F5-C5C64949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3FF60-1C6F-4686-BF33-2E71B0CF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1EBD4-9F76-47EA-8101-9E75C252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1FD42-1C9B-4E6A-B06B-0987D5E2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38A5D-B1BB-400F-B309-7B2CFC25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66766-1C50-47C4-BC72-B739880C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Inspect before sanding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9A3F4-B759-4FB8-825B-9905012C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A6A52-520D-4A02-AF1C-8D4E1160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Defect repair and glue residue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4D36F-968F-4E17-BB7E-29097A7E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E78C7-D7EE-40FC-8F9C-B5A0B099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Dust control, clean-up and pre-finish quality assurance</a:t>
            </a:r>
          </a:p>
        </p:txBody>
      </p:sp>
    </p:spTree>
    <p:extLst>
      <p:ext uri="{BB962C8B-B14F-4D97-AF65-F5344CB8AC3E}">
        <p14:creationId xmlns:p14="http://schemas.microsoft.com/office/powerpoint/2010/main" val="129933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25D3E-B177-423F-B4D7-D5D67968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1744B-1779-4B6F-9A7D-6698C6B4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DDC87-0F15-4316-A8BC-673F41DF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A3E97-92AB-422E-9F88-24EEACE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32127-5B00-4499-A383-D02FFFF6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364F6-4A97-4B1D-B082-2E22EFE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34B6F-0037-4FDB-B515-349CCC33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60345-E053-4561-BB1B-251B5393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48AD9-45DC-4BA8-940C-A7621FDE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43938-1041-4D3E-B1D2-6C44AE3F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7F186-9F51-4071-BB2C-DC243C7B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073B9-28B3-41D8-9B74-77E842D7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DCC38-A76B-4FAE-BAC6-65E72F42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ABF3A-0EEC-417E-9140-ABE132B3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AA6AD-B901-426D-9B3E-5B4885BE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151413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D0C34-4174-46C6-9793-59402307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11E26-DB2D-43E7-80AD-BD1A0C8B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98678-97AE-4DDC-8632-3AF3353A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554A4-DDC5-472A-87E9-F92B98F4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964D9-2A2C-4507-A343-6B030CFF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3F575-E43B-4C9D-BE33-F3DD534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56071-93C2-498A-B7A6-A277E07D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Inspect before sanding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A95DF-8BC1-4CFA-B81E-F820C96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49B71-B251-4FA8-B2C9-32979B07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3D4B3-105C-484B-9072-4B570E5A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6D66A-3927-40DE-99AC-B9E355AF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BD828-839C-4422-8E33-67ACA4C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2018070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2026-08-16T02:12:41.0730000Z</dcterms:created>
  <dcterms:modified xsi:type="dcterms:W3CDTF">2026-08-16T02:12:41.0730000Z</dcterms:modified>
</coreProperties>
</file>