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0b254576b3452c" /><Relationship Type="http://schemas.openxmlformats.org/officeDocument/2006/relationships/extended-properties" Target="/docProps/app.xml" Id="R44a18bc1199f4aea" /><Relationship Type="http://schemas.openxmlformats.org/officeDocument/2006/relationships/officeDocument" Target="/ppt/presentation.xml" Id="Ree68efed1dea49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cb67f3f42247d3"/>
  </p:sldMasterIdLst>
  <p:notesMasterIdLst>
    <p:notesMasterId xmlns:r="http://schemas.openxmlformats.org/officeDocument/2006/relationships" r:id="R3e4c26d935464da7"/>
  </p:notesMasterIdLst>
  <p:sldIdLst>
    <p:sldId xmlns:r="http://schemas.openxmlformats.org/officeDocument/2006/relationships" id="256" r:id="R2ac11f6cc6d84d10"/>
    <p:sldId xmlns:r="http://schemas.openxmlformats.org/officeDocument/2006/relationships" id="257" r:id="R9faef1118cd04fea"/>
    <p:sldId xmlns:r="http://schemas.openxmlformats.org/officeDocument/2006/relationships" id="258" r:id="Rbd99e4b59063463e"/>
    <p:sldId xmlns:r="http://schemas.openxmlformats.org/officeDocument/2006/relationships" id="259" r:id="R426fd41b01e64e3a"/>
    <p:sldId xmlns:r="http://schemas.openxmlformats.org/officeDocument/2006/relationships" id="260" r:id="R92581ff8469945c2"/>
    <p:sldId xmlns:r="http://schemas.openxmlformats.org/officeDocument/2006/relationships" id="261" r:id="R52ea2cda0eaf4d63"/>
    <p:sldId xmlns:r="http://schemas.openxmlformats.org/officeDocument/2006/relationships" id="262" r:id="R41bca85fe4074be2"/>
    <p:sldId xmlns:r="http://schemas.openxmlformats.org/officeDocument/2006/relationships" id="263" r:id="Rb21b92b87f9b45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d631e143240fd" /><Relationship Type="http://schemas.openxmlformats.org/officeDocument/2006/relationships/slideMaster" Target="/ppt/slideMasters/slideMaster1.xml" Id="Rd2cb67f3f42247d3" /><Relationship Type="http://schemas.openxmlformats.org/officeDocument/2006/relationships/notesMaster" Target="/ppt/notesMasters/notesMaster1.xml" Id="R3e4c26d935464da7" /><Relationship Type="http://schemas.openxmlformats.org/officeDocument/2006/relationships/presProps" Target="/ppt/presProps.xml" Id="R9ca99ef3499e46a7" /><Relationship Type="http://schemas.openxmlformats.org/officeDocument/2006/relationships/tableStyles" Target="/ppt/tableStyles.xml" Id="R887eb82c0d414920" /><Relationship Type="http://schemas.openxmlformats.org/officeDocument/2006/relationships/slide" Target="/ppt/slides/slide1.xml" Id="R2ac11f6cc6d84d10" /><Relationship Type="http://schemas.openxmlformats.org/officeDocument/2006/relationships/slide" Target="/ppt/slides/slide2.xml" Id="R9faef1118cd04fea" /><Relationship Type="http://schemas.openxmlformats.org/officeDocument/2006/relationships/slide" Target="/ppt/slides/slide3.xml" Id="Rbd99e4b59063463e" /><Relationship Type="http://schemas.openxmlformats.org/officeDocument/2006/relationships/slide" Target="/ppt/slides/slide4.xml" Id="R426fd41b01e64e3a" /><Relationship Type="http://schemas.openxmlformats.org/officeDocument/2006/relationships/slide" Target="/ppt/slides/slide5.xml" Id="R92581ff8469945c2" /><Relationship Type="http://schemas.openxmlformats.org/officeDocument/2006/relationships/slide" Target="/ppt/slides/slide6.xml" Id="R52ea2cda0eaf4d63" /><Relationship Type="http://schemas.openxmlformats.org/officeDocument/2006/relationships/slide" Target="/ppt/slides/slide7.xml" Id="R41bca85fe4074be2" /><Relationship Type="http://schemas.openxmlformats.org/officeDocument/2006/relationships/slide" Target="/ppt/slides/slide8.xml" Id="Rb21b92b87f9b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935e75c066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8e5de568e945f7" /><Relationship Type="http://schemas.openxmlformats.org/officeDocument/2006/relationships/notesMaster" Target="/ppt/notesMasters/notesMaster1.xml" Id="R807690829b8646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70fe5304ac41bc" /><Relationship Type="http://schemas.openxmlformats.org/officeDocument/2006/relationships/notesMaster" Target="/ppt/notesMasters/notesMaster1.xml" Id="Rd8b44683a69548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f6d78cad5f48f6" /><Relationship Type="http://schemas.openxmlformats.org/officeDocument/2006/relationships/notesMaster" Target="/ppt/notesMasters/notesMaster1.xml" Id="R639ddce2610b4d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1318b943c34652" /><Relationship Type="http://schemas.openxmlformats.org/officeDocument/2006/relationships/notesMaster" Target="/ppt/notesMasters/notesMaster1.xml" Id="Rf32e3d4f1e33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c11c7aa3d54884" /><Relationship Type="http://schemas.openxmlformats.org/officeDocument/2006/relationships/notesMaster" Target="/ppt/notesMasters/notesMaster1.xml" Id="R62b230f77092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8acd2e248b4f3e" /><Relationship Type="http://schemas.openxmlformats.org/officeDocument/2006/relationships/notesMaster" Target="/ppt/notesMasters/notesMaster1.xml" Id="Redaf13462f7643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d83707ab6c4a4b" /><Relationship Type="http://schemas.openxmlformats.org/officeDocument/2006/relationships/notesMaster" Target="/ppt/notesMasters/notesMaster1.xml" Id="R898780380958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a35422c0504aa2" /><Relationship Type="http://schemas.openxmlformats.org/officeDocument/2006/relationships/notesMaster" Target="/ppt/notesMasters/notesMaster1.xml" Id="Ra0c82599670947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Final presentation and systematic inspection and Correct the cause, not only the symptom.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Care, maintenance and safe handling and Final submission as quality assurance.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Reflection and transferable improvement and Workshop reset and responsible handover.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9d4c71607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219cca44e4cce" /><Relationship Type="http://schemas.openxmlformats.org/officeDocument/2006/relationships/slideLayout" Target="/ppt/slideLayouts/slideLayout1.xml" Id="R917ab987baa448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ab987baa448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f1a0e45e64df4" /><Relationship Type="http://schemas.openxmlformats.org/officeDocument/2006/relationships/image" Target="/ppt/media/image.png" Id="Rc5abe45c612942c5" /><Relationship Type="http://schemas.openxmlformats.org/officeDocument/2006/relationships/notesSlide" Target="/ppt/notesSlides/notesSlide1.xml" Id="R5f522a7396c24c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78fafdba84ec2" /><Relationship Type="http://schemas.openxmlformats.org/officeDocument/2006/relationships/notesSlide" Target="/ppt/notesSlides/notesSlide2.xml" Id="R5d2d9cd792714d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37e45aca34ecc" /><Relationship Type="http://schemas.openxmlformats.org/officeDocument/2006/relationships/notesSlide" Target="/ppt/notesSlides/notesSlide3.xml" Id="Rb75f7adc9d3842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0aa4158d341e0" /><Relationship Type="http://schemas.openxmlformats.org/officeDocument/2006/relationships/notesSlide" Target="/ppt/notesSlides/notesSlide4.xml" Id="R4c2459fb320145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c68d662da4dba" /><Relationship Type="http://schemas.openxmlformats.org/officeDocument/2006/relationships/notesSlide" Target="/ppt/notesSlides/notesSlide5.xml" Id="R0d24c959c1ee4b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b567f09254c48" /><Relationship Type="http://schemas.openxmlformats.org/officeDocument/2006/relationships/notesSlide" Target="/ppt/notesSlides/notesSlide6.xml" Id="R674e11965fda41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cb3879da24342" /><Relationship Type="http://schemas.openxmlformats.org/officeDocument/2006/relationships/notesSlide" Target="/ppt/notesSlides/notesSlide7.xml" Id="Raa8a0987017641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2f0e9cf454736" /><Relationship Type="http://schemas.openxmlformats.org/officeDocument/2006/relationships/notesSlide" Target="/ppt/notesSlides/notesSlide8.xml" Id="R0815df707c0c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712DF-5357-41CB-8994-30BB270E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8EF88-0783-4DC9-AAAC-B7231132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F72CB-05DC-4667-BBAD-A4D473EF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0F8C1-7539-4E07-9F6C-17B60561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Final quality, submission, care and reflection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58B16-3B35-485E-AC25-B9535480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19–20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BBDAD-4154-4B01-8C19-0F26B68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30AFD-3AD6-45E2-9AFD-53AF9211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18331-2544-495A-9766-6D7B319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be45c612942c5"/>
          <a:stretch xmlns:a="http://schemas.openxmlformats.org/drawingml/2006/main"/>
        </p:blipFill>
        <p:spPr>
          <a:xfrm xmlns:a="http://schemas.openxmlformats.org/drawingml/2006/main">
            <a:off x="7658100" y="1280261"/>
            <a:ext cx="3714750" cy="418317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810523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3272D-95A4-4618-9B4C-8FFFE924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0BEAA-2CCA-4DFD-8C08-517F55DE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22C22-557B-46DF-8FEC-C4291EFD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559EC-23DE-43C0-86F3-55A0769E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2D44E-8B65-441A-8DD5-567479CD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813EA-0BE5-4103-AEA9-063FF91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191B0-A668-4B55-9C57-96BA53D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FD15E-A4AE-4845-8BF5-2800ECF8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Final presentation and systematic inspection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9C8A4-2B84-4D2D-9260-13902F51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C2FA2-A397-421B-8BC3-C1754CDC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263C0-C55A-48CF-94F5-BBB8C4BD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Correct the cause, not only the symptom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F2CBE-4DF0-49A0-A085-A29C2DC9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35B8-8B7E-4787-B33D-90F5F26F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7EB88-BC59-4B2C-BDC2-16DFA478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Care, maintenance and safe handling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D94EB-58E2-4923-94BE-1DF4A05C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FA805-F79B-46F6-A915-37027EF8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4F806-BE17-44CA-AC89-0D9B3CFA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Final submission as quality assurance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C694A-D96B-445E-80EE-6C43108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3E476-5763-4CCD-9124-A4AC1E53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29310-FDE1-4341-AC67-50492B1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Reflection and transferable improvement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32E4E-658B-427E-858F-288D52F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A90D0-4CFE-4877-8B95-6D097D5C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D068F-905B-4619-935C-20EA87C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Workshop reset and responsible handover</a:t>
            </a:r>
          </a:p>
        </p:txBody>
      </p:sp>
    </p:spTree>
    <p:extLst>
      <p:ext uri="{BB962C8B-B14F-4D97-AF65-F5344CB8AC3E}">
        <p14:creationId xmlns:p14="http://schemas.microsoft.com/office/powerpoint/2010/main" val="1819255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4EE7A-7A0A-41E6-A3D6-F3C77191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47D8C-4B34-4F30-9B50-82F4E500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5899A-25E7-4143-AB9E-9503806C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63D9D-ED31-4FCB-8DA0-1781D52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Final presentation and systematic inspection + Correct…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8B8A5-ACCB-48F3-BCD1-4C44771F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C8B73-0F15-4ED6-8854-3A1BDBFF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Final presentation and systematic inspection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E23A9-9F68-4A3D-A442-93451DA2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Final presentation prepares the completed bedside table for teacher inspection without disguising faults or changing the approved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F732A-98F4-40FC-A3B8-2EED0933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4878C-3DB3-417F-B968-A6E2043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Correct the cause, not only the symptom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CF2B9-2B64-459B-8AB5-319ADDF0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Late faults often tempt rushed sanding, tightening or touching 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618FE-B7AF-4231-9202-6A1A798D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146186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81BC5-8B0E-4B98-A29E-B9B333D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D1E4C-DF93-4ACA-949C-FEE0D34E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CBEBB-B7FA-4CE3-9DCF-0A14F692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22FEF-734C-4755-A5F2-0459A0D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Care, maintenance and safe handling + Final submission…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CD6B1-258C-413C-9104-086AA642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2DE70-7EC8-4741-A103-B4DD909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Care, maintenance and safe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53D8E-D45F-4A46-B433-84930A5E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well-made bedside table needs suitable care to retain its stability, finish and service life.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DEACE-DFEB-4FCF-995B-26B6730B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9B645-EAA0-4E93-A4E5-1AA14B33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Final submission as quality assurance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3C539-E254-4312-8624-1BE5434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Final submission should present a complete and organised record of the guided-course evidence that supports the finished bedside 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E2D0E-DFA4-4F3E-AF22-808A344F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43325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19E11-68A1-4A47-8EBC-F6094924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C56D8-1E3A-451D-B1A3-066FC35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A4662-8740-4B47-AB91-5A095F61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D730-65A9-426E-B1BA-76F9B99A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Reflection and transferable improvement + Workshop reset…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74352-3778-4632-85AC-63F3A79B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954F5-E47D-42C4-A713-92C55C87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Reflection and transferable improvement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8D560-21C8-45A8-9778-73EC1AFC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Reflection identifies what happened, why it happened and what should change next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CD393-2E66-4999-B11E-E38F1D04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54FE5-3438-4C01-BC2B-E2BE109C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Workshop reset and responsible handover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8C01F-ABA2-48A9-8081-37443C79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Reflection should consider the skills, decisions, safety practices and quality achieved across the full bedside table project.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B152D-18EC-42ED-8A71-D0F94EF1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954206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5224F-EFB2-49D8-8024-1C7897E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2BD65-FB5E-4906-833B-493C117A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53EE-F5D9-4889-84F0-FE900131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7AF25-8D3C-4A16-BFCC-48E35D6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2BD06-9016-424C-8695-46F7D2B8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F23EB-69B7-457F-8696-C1BDDF6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Final presentation and systematic inspection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4F31-CE32-4490-9F5F-1D8E1A2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FE8EB-C356-4903-A542-F150F96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Final submission as quality assurance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791BE-37F1-4EE8-9FC9-E6F107A0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37BC7-29A8-4796-B17A-4D1D51AD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Workshop reset and responsible handover</a:t>
            </a:r>
          </a:p>
        </p:txBody>
      </p:sp>
    </p:spTree>
    <p:extLst>
      <p:ext uri="{BB962C8B-B14F-4D97-AF65-F5344CB8AC3E}">
        <p14:creationId xmlns:p14="http://schemas.microsoft.com/office/powerpoint/2010/main" val="276600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D5FDA-A06C-4DC7-BABD-F8005784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DC795-17E1-44D7-9D47-AFBC9BB7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388A2-D671-42B4-A959-53625AC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27D0A-7254-44FF-86B9-04717C99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50503-46E2-4C35-8E1F-4F50BBB2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072AE-E425-461B-9041-117ABBEB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93666-4317-4E89-BA2A-F291F1F5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0DDDC-B4D3-412B-A557-C1B692B5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657E4-05F0-4E4F-8EF2-90C83B5B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15211-744A-4776-951E-44198C6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D3F03-5EBB-40D1-A3B8-913BAC02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B8B91-15B2-4CDA-80A2-1F1B50C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0192B-22DA-45C4-A568-4A1BE6C2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66B15-63DA-43DA-8350-1F68800A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60612-56AE-4A2E-8552-3523AEC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969661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11E7D-0E93-46F6-A1C4-B538EA41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2C527-5062-4E2F-A82C-CE455B6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026DC-78E2-4E2A-B22E-148225C4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0D85B-A51A-4984-A251-3EF372FB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F339E-D54F-4291-AD5E-9B611D3A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986FB-707F-4692-A3D8-D6B34907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E5B6E-A9E5-4B5D-88A2-724DB25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Final presentation and systematic 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0FAF5-FDFC-4503-B76F-C28652C3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AD78D-C4BF-4971-8F32-E9917220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4CC0A-EE17-48C3-9A91-2D0BEA04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4359-7576-4570-86C8-803B9A0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347F3-FE2E-463C-91D1-BDD43EE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778267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2026-08-16T02:12:42.6020000Z</dcterms:created>
  <dcterms:modified xsi:type="dcterms:W3CDTF">2026-08-16T02:12:42.6020000Z</dcterms:modified>
</coreProperties>
</file>