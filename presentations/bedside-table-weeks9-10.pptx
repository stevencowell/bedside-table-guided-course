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c392ed9be04ae5" /><Relationship Type="http://schemas.openxmlformats.org/officeDocument/2006/relationships/extended-properties" Target="/docProps/app.xml" Id="Rc6c134a6d57e4a31" /><Relationship Type="http://schemas.openxmlformats.org/officeDocument/2006/relationships/officeDocument" Target="/ppt/presentation.xml" Id="R4957974a381942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f67a65a33e4a00"/>
  </p:sldMasterIdLst>
  <p:notesMasterIdLst>
    <p:notesMasterId xmlns:r="http://schemas.openxmlformats.org/officeDocument/2006/relationships" r:id="Rc2c9b3e0df4b42e0"/>
  </p:notesMasterIdLst>
  <p:sldIdLst>
    <p:sldId xmlns:r="http://schemas.openxmlformats.org/officeDocument/2006/relationships" id="256" r:id="R7a64758a9462469f"/>
    <p:sldId xmlns:r="http://schemas.openxmlformats.org/officeDocument/2006/relationships" id="257" r:id="Rb6a80f1e6b024c77"/>
    <p:sldId xmlns:r="http://schemas.openxmlformats.org/officeDocument/2006/relationships" id="258" r:id="R6764add188f7466e"/>
    <p:sldId xmlns:r="http://schemas.openxmlformats.org/officeDocument/2006/relationships" id="259" r:id="Rdef0363441ab4238"/>
    <p:sldId xmlns:r="http://schemas.openxmlformats.org/officeDocument/2006/relationships" id="260" r:id="Ra4588d6688aa464e"/>
    <p:sldId xmlns:r="http://schemas.openxmlformats.org/officeDocument/2006/relationships" id="261" r:id="R985e91f98e8040f1"/>
    <p:sldId xmlns:r="http://schemas.openxmlformats.org/officeDocument/2006/relationships" id="262" r:id="Rab5efa17b4f34a85"/>
    <p:sldId xmlns:r="http://schemas.openxmlformats.org/officeDocument/2006/relationships" id="263" r:id="Re77e6303609a4b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2bb0ec27d44687" /><Relationship Type="http://schemas.openxmlformats.org/officeDocument/2006/relationships/slideMaster" Target="/ppt/slideMasters/slideMaster1.xml" Id="Rcbf67a65a33e4a00" /><Relationship Type="http://schemas.openxmlformats.org/officeDocument/2006/relationships/notesMaster" Target="/ppt/notesMasters/notesMaster1.xml" Id="Rc2c9b3e0df4b42e0" /><Relationship Type="http://schemas.openxmlformats.org/officeDocument/2006/relationships/presProps" Target="/ppt/presProps.xml" Id="Rdccdd7585a0942fa" /><Relationship Type="http://schemas.openxmlformats.org/officeDocument/2006/relationships/tableStyles" Target="/ppt/tableStyles.xml" Id="R1741676509b340ea" /><Relationship Type="http://schemas.openxmlformats.org/officeDocument/2006/relationships/slide" Target="/ppt/slides/slide1.xml" Id="R7a64758a9462469f" /><Relationship Type="http://schemas.openxmlformats.org/officeDocument/2006/relationships/slide" Target="/ppt/slides/slide2.xml" Id="Rb6a80f1e6b024c77" /><Relationship Type="http://schemas.openxmlformats.org/officeDocument/2006/relationships/slide" Target="/ppt/slides/slide3.xml" Id="R6764add188f7466e" /><Relationship Type="http://schemas.openxmlformats.org/officeDocument/2006/relationships/slide" Target="/ppt/slides/slide4.xml" Id="Rdef0363441ab4238" /><Relationship Type="http://schemas.openxmlformats.org/officeDocument/2006/relationships/slide" Target="/ppt/slides/slide5.xml" Id="Ra4588d6688aa464e" /><Relationship Type="http://schemas.openxmlformats.org/officeDocument/2006/relationships/slide" Target="/ppt/slides/slide6.xml" Id="R985e91f98e8040f1" /><Relationship Type="http://schemas.openxmlformats.org/officeDocument/2006/relationships/slide" Target="/ppt/slides/slide7.xml" Id="Rab5efa17b4f34a85" /><Relationship Type="http://schemas.openxmlformats.org/officeDocument/2006/relationships/slide" Target="/ppt/slides/slide8.xml" Id="Re77e6303609a4b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bee3a795146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3ff963c2134dfb" /><Relationship Type="http://schemas.openxmlformats.org/officeDocument/2006/relationships/notesMaster" Target="/ppt/notesMasters/notesMaster1.xml" Id="R03b7807d369447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a5e6b8308f44f6" /><Relationship Type="http://schemas.openxmlformats.org/officeDocument/2006/relationships/notesMaster" Target="/ppt/notesMasters/notesMaster1.xml" Id="R2168a414746649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d95df82cff4c88" /><Relationship Type="http://schemas.openxmlformats.org/officeDocument/2006/relationships/notesMaster" Target="/ppt/notesMasters/notesMaster1.xml" Id="Ra1b3a3f72d7943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b88244b0164ecf" /><Relationship Type="http://schemas.openxmlformats.org/officeDocument/2006/relationships/notesMaster" Target="/ppt/notesMasters/notesMaster1.xml" Id="Rd29056889cf44b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52244927f744fa" /><Relationship Type="http://schemas.openxmlformats.org/officeDocument/2006/relationships/notesMaster" Target="/ppt/notesMasters/notesMaster1.xml" Id="R3058f2749c5740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19158322da471a" /><Relationship Type="http://schemas.openxmlformats.org/officeDocument/2006/relationships/notesMaster" Target="/ppt/notesMasters/notesMaster1.xml" Id="Ra1b394f5046044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03b46702fb48d4" /><Relationship Type="http://schemas.openxmlformats.org/officeDocument/2006/relationships/notesMaster" Target="/ppt/notesMasters/notesMaster1.xml" Id="Rbc9fab29804b40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7aeda5e699441e" /><Relationship Type="http://schemas.openxmlformats.org/officeDocument/2006/relationships/notesMaster" Target="/ppt/notesMasters/notesMaster1.xml" Id="Rfe678d8d522b4e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Follow the approved storage design and Clearances, reveals and 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Constructing a square drawer or approved component and Aligning the visible front or approved face.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Pilot holes, hardware alignment and controlled adjustment and Functional testing and fault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804ad7d9346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6dad5863fb4b67" /><Relationship Type="http://schemas.openxmlformats.org/officeDocument/2006/relationships/slideLayout" Target="/ppt/slideLayouts/slideLayout1.xml" Id="Rfa5ae9173c6443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5ae9173c6443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a30bcb1f94a87" /><Relationship Type="http://schemas.openxmlformats.org/officeDocument/2006/relationships/image" Target="/ppt/media/image.png" Id="Rbc1aa998792247c5" /><Relationship Type="http://schemas.openxmlformats.org/officeDocument/2006/relationships/notesSlide" Target="/ppt/notesSlides/notesSlide1.xml" Id="R1799f0b10c3042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2936e6a824ee7" /><Relationship Type="http://schemas.openxmlformats.org/officeDocument/2006/relationships/notesSlide" Target="/ppt/notesSlides/notesSlide2.xml" Id="Rdc649e0ed44e48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5381ed6074bd5" /><Relationship Type="http://schemas.openxmlformats.org/officeDocument/2006/relationships/notesSlide" Target="/ppt/notesSlides/notesSlide3.xml" Id="R33a37037ef8249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1be8433f047aa" /><Relationship Type="http://schemas.openxmlformats.org/officeDocument/2006/relationships/notesSlide" Target="/ppt/notesSlides/notesSlide4.xml" Id="R72b29d2d46f541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4f14feafd45ce" /><Relationship Type="http://schemas.openxmlformats.org/officeDocument/2006/relationships/notesSlide" Target="/ppt/notesSlides/notesSlide5.xml" Id="R81feff3233d24c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3f8feb7834833" /><Relationship Type="http://schemas.openxmlformats.org/officeDocument/2006/relationships/notesSlide" Target="/ppt/notesSlides/notesSlide6.xml" Id="R8f7025d718134d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ecd0cf2924405" /><Relationship Type="http://schemas.openxmlformats.org/officeDocument/2006/relationships/notesSlide" Target="/ppt/notesSlides/notesSlide7.xml" Id="Rbbbfc208155946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4a20341b14a14" /><Relationship Type="http://schemas.openxmlformats.org/officeDocument/2006/relationships/notesSlide" Target="/ppt/notesSlides/notesSlide8.xml" Id="Rac5219e298494d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72533-0B28-4559-B61B-96E5546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D297C-DD06-45DF-A82D-9F6A3B7E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A3B52-999E-440F-AD0A-D4B39120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200F5-E937-423D-A682-7CD473E7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Approved storage component, clearances and hardware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DE5ADC-14F6-4FCB-8983-4E3C11AF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9–10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6D6BE-DBC4-4F8C-886F-45739F93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8DD5F-C52D-45E3-8F52-54B27AAA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AB1AE-9B2A-4EB6-9173-8BA0453B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2BD"/>
          </a:solidFill>
          <a:ln xmlns:a="http://schemas.openxmlformats.org/drawingml/2006/main" w="0">
            <a:solidFill>
              <a:srgbClr val="EBD2B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aa998792247c5"/>
          <a:stretch xmlns:a="http://schemas.openxmlformats.org/drawingml/2006/main"/>
        </p:blipFill>
        <p:spPr>
          <a:xfrm xmlns:a="http://schemas.openxmlformats.org/drawingml/2006/main">
            <a:off x="7658100" y="1286376"/>
            <a:ext cx="3714750" cy="4170947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2118732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2AB4D-AAE9-430D-86CD-E6A4FF03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7960D-80DF-402C-8C28-7F2C5706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CFEA9-507E-4549-AB31-010B69C0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DF91E-EA14-4BE2-B081-543DC972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31CB5-9F61-4606-BB34-B19B6B13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7349B-0493-488B-8CE9-6ADB05AC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96602-617B-42C0-A842-777789B0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0A2C1-883E-45B1-8FA3-24A2FF15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Follow the approved storage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E64EE-6F51-455A-8B91-6C8AD123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18912-8D13-4677-B974-3922679E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43E36-A518-4F6E-9894-A4D2BA83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Clearances, reveals and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BDF6C-692F-4D16-B131-E4F3B1B5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A2CEF-59C8-4BC9-9BD4-17903204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E2C4D-9C34-4402-B24E-C150C71C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Constructing a square drawer or approved component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A74F46-FFB7-4DC9-B481-37BD79AD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C3F18-F2EA-4787-A157-27DA9024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5A7AFA-DB61-4041-A6FF-4BAB3C7A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Aligning the visible front or approved face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185B1-6A3F-4F27-8657-C15B25A8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D07D5-D656-4485-86B7-75E01E90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1A1A5-5A37-4458-A15B-4AEF8573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Pilot holes, hardware alignment and controlled adjustment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541CC-E9F7-4270-B8D1-27640FA5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B75D8-6231-4FE6-9FBE-5413577C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C48B6-2548-40D0-9634-86B1E202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Functional testing and fault diagnosis</a:t>
            </a:r>
          </a:p>
        </p:txBody>
      </p:sp>
    </p:spTree>
    <p:extLst>
      <p:ext uri="{BB962C8B-B14F-4D97-AF65-F5344CB8AC3E}">
        <p14:creationId xmlns:p14="http://schemas.microsoft.com/office/powerpoint/2010/main" val="8390285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651C1-92E1-4665-847B-91556862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BAEDE8-E27B-4A39-8E30-A13921E8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EFD3F-BC93-49B8-B4E2-FA63CF9A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ACF6F-4DC8-4A64-8350-7F3A3DAF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Follow the approved storage design + Clearances, reveals…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CA854-904C-4561-84EA-73F12BC9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95875-4595-4AEE-85B8-7C02CE9C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Follow the approved storage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00DE4-0E3B-47C8-856B-3FEFA727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approved drawing must guide construction because the bedside table may use a drawer, a shelf or another specified storage arrangement.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BAC7C-C700-44E0-B61F-BC5C9CF8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582CD2-D8F5-4B82-B32A-B59713B3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Clearances, reveals and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60BA8-F161-4BE0-9D1F-ECBCAAE0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moving or removable component needs controlled clearance.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D5C52-8A82-4218-8F7B-90573126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944815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81693-2F29-459F-8EA0-251EA054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84F31-7C45-444D-88CC-AA0F52C3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6A3FF7-EDE0-446F-ACC0-CCA299A9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E3000-EFE9-4FEC-9EA6-C3989330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Constructing a square drawer or approved component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C126B-206A-455C-8399-7EEC4BCF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C5B1A-627E-4550-AF7A-E127FB98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Constructing a square drawer or approved component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C299E-AA36-42F8-BC91-381999C8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Construct a drawer only when it is shown on the approved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9CF75-934F-4663-921D-2FB03484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D2ED3-3A8D-45EE-9223-BDAFC47C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Aligning the visible front or approved 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0BD63-1AF7-476F-9FAB-A1057105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visible front is judged against the table, not only against the box behind 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674F7-D609-4668-97C5-395EBB8B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321933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B89C6-CD6B-4682-9FC7-D07D0784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1DBDE-CAF5-4516-AB63-3341F223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B8F82-1C4A-40DA-83CA-DB45FCB0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C1B03-34B1-4318-9883-C198AEED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Pilot holes, hardware alignment and controlled…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C8480-BB8E-4680-B32E-7C5068F7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C28A1-0813-4CD1-9555-34A5C115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Pilot holes, hardware alignment and controlled adjustment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98092-ED44-44F2-868E-6AB4DC1D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Fit hardware or runners only when they are specified on the approved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996FC-7F6B-4127-9E3E-EA439A64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A5985-AA75-4A9C-98A0-BD375477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Functional testing and fault diagnosis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4DF0C-ED40-4B3A-A3FC-FD8A389C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storage component is tested through its full travel, under light normal use and from several positions.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E8A2B-C2E5-490F-B5A3-59CF7755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322209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A0000-F1D4-4905-9A6F-01076D87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85335-2ED1-4655-AEDF-AEB42A75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24DCD-5FB6-4B43-A032-A56BDE63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F2BE9-A448-47AA-A8BB-64D2DD8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EE012-A802-4745-B7F1-C19B79AF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B9F7D-091E-4F64-A1DE-EDD06EF1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Follow the approved storage 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990698-4BF6-4B12-B799-04FE89AD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BF4C7-1141-46CC-9DF7-C81B4AA7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Aligning the visible front or approved 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FE6AB-D872-4105-A675-E8B4D04C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A27FC-B529-4645-A8F6-5C84333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Functional testing and fault diagnosis</a:t>
            </a:r>
          </a:p>
        </p:txBody>
      </p:sp>
    </p:spTree>
    <p:extLst>
      <p:ext uri="{BB962C8B-B14F-4D97-AF65-F5344CB8AC3E}">
        <p14:creationId xmlns:p14="http://schemas.microsoft.com/office/powerpoint/2010/main" val="496949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CFAA3-A457-4519-BD48-6995A537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C31CC-7D33-4437-A677-1FD1CD71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22F1C-63CD-4298-83CD-3D9DC0B2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3EDBA-192E-4FCF-9890-6D84DBC7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8D67C-E721-4AD7-84C0-DC57B4A7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BD4F9-1291-4A0D-B34B-0E2EFF3D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28528-8EB4-4B28-800C-C0241F97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6D364-C099-4E5E-B188-2743CDBF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9EA5D-10FD-4780-AF29-B8EC5E14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B132A-B90A-4F7D-A3D4-789680F6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4DA31-62FC-41C3-8FC4-64C03DEB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5A979-EBB2-429C-BA4F-CA9B23DE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58435-AA38-4A88-AB39-B654A515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D36E4-8A45-4733-8BF9-DE3BB083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82C99-9FEA-4676-9B74-190657F5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20150649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5AC6F-4FDF-46C4-8122-BFE5CD61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5E431-3F31-490F-8733-7E1DBEDF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83653-1015-4CDC-9ACD-E7DF2112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2031B-44E6-489F-AD10-BF12A117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55247-0281-4BA5-A729-EF7B2820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3854C-3FCE-4AF6-817C-14DADC80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79067-D90E-496C-91BD-35D43934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Follow the approved storage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FD01F-867E-4B4D-A216-CB3FAE4A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78E1E-9828-40D7-88C9-906F4CB4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6B8A1-1ED5-4EA2-BCC5-5C95ADB7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4EA33-4F50-4709-AAB0-F47D596B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8CD2D-66E4-433C-A803-A96DC280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603D"/>
                </a:solidFill>
              </a:defRPr>
            </a:pPr>
            <a:r>
              <a:rPr sz="1350" b="1">
                <a:solidFill>
                  <a:srgbClr val="9B603D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673913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2026-08-16T02:12:40.0160000Z</dcterms:created>
  <dcterms:modified xsi:type="dcterms:W3CDTF">2026-08-16T02:12:40.0160000Z</dcterms:modified>
</coreProperties>
</file>