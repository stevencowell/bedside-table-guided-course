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ded310c33f45b3" /><Relationship Type="http://schemas.openxmlformats.org/officeDocument/2006/relationships/extended-properties" Target="/docProps/app.xml" Id="R4401631b2e2c4375" /><Relationship Type="http://schemas.openxmlformats.org/officeDocument/2006/relationships/officeDocument" Target="/ppt/presentation.xml" Id="R570c6741bd1349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82da61d6e847f4"/>
  </p:sldMasterIdLst>
  <p:notesMasterIdLst>
    <p:notesMasterId xmlns:r="http://schemas.openxmlformats.org/officeDocument/2006/relationships" r:id="Raafebc6b17924475"/>
  </p:notesMasterIdLst>
  <p:sldIdLst>
    <p:sldId xmlns:r="http://schemas.openxmlformats.org/officeDocument/2006/relationships" id="256" r:id="Reaaee6e0e9d34e49"/>
    <p:sldId xmlns:r="http://schemas.openxmlformats.org/officeDocument/2006/relationships" id="257" r:id="R5433e0415ccd4d1b"/>
    <p:sldId xmlns:r="http://schemas.openxmlformats.org/officeDocument/2006/relationships" id="258" r:id="R91c166921da94d76"/>
    <p:sldId xmlns:r="http://schemas.openxmlformats.org/officeDocument/2006/relationships" id="259" r:id="Rc83c7c63af664b07"/>
    <p:sldId xmlns:r="http://schemas.openxmlformats.org/officeDocument/2006/relationships" id="260" r:id="Rfbe12ddb78404504"/>
    <p:sldId xmlns:r="http://schemas.openxmlformats.org/officeDocument/2006/relationships" id="261" r:id="Rfb57317282594d77"/>
    <p:sldId xmlns:r="http://schemas.openxmlformats.org/officeDocument/2006/relationships" id="262" r:id="R8457fac5ca1f473d"/>
    <p:sldId xmlns:r="http://schemas.openxmlformats.org/officeDocument/2006/relationships" id="263" r:id="R7193fca4e5b843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48cec75c304d1a" /><Relationship Type="http://schemas.openxmlformats.org/officeDocument/2006/relationships/slideMaster" Target="/ppt/slideMasters/slideMaster1.xml" Id="R0f82da61d6e847f4" /><Relationship Type="http://schemas.openxmlformats.org/officeDocument/2006/relationships/notesMaster" Target="/ppt/notesMasters/notesMaster1.xml" Id="Raafebc6b17924475" /><Relationship Type="http://schemas.openxmlformats.org/officeDocument/2006/relationships/presProps" Target="/ppt/presProps.xml" Id="Rc617744595f44d28" /><Relationship Type="http://schemas.openxmlformats.org/officeDocument/2006/relationships/tableStyles" Target="/ppt/tableStyles.xml" Id="R29defd9f1b924a98" /><Relationship Type="http://schemas.openxmlformats.org/officeDocument/2006/relationships/slide" Target="/ppt/slides/slide1.xml" Id="Reaaee6e0e9d34e49" /><Relationship Type="http://schemas.openxmlformats.org/officeDocument/2006/relationships/slide" Target="/ppt/slides/slide2.xml" Id="R5433e0415ccd4d1b" /><Relationship Type="http://schemas.openxmlformats.org/officeDocument/2006/relationships/slide" Target="/ppt/slides/slide3.xml" Id="R91c166921da94d76" /><Relationship Type="http://schemas.openxmlformats.org/officeDocument/2006/relationships/slide" Target="/ppt/slides/slide4.xml" Id="Rc83c7c63af664b07" /><Relationship Type="http://schemas.openxmlformats.org/officeDocument/2006/relationships/slide" Target="/ppt/slides/slide5.xml" Id="Rfbe12ddb78404504" /><Relationship Type="http://schemas.openxmlformats.org/officeDocument/2006/relationships/slide" Target="/ppt/slides/slide6.xml" Id="Rfb57317282594d77" /><Relationship Type="http://schemas.openxmlformats.org/officeDocument/2006/relationships/slide" Target="/ppt/slides/slide7.xml" Id="R8457fac5ca1f473d" /><Relationship Type="http://schemas.openxmlformats.org/officeDocument/2006/relationships/slide" Target="/ppt/slides/slide8.xml" Id="R7193fca4e5b843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2a236029ea4b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9cf60395064cc9" /><Relationship Type="http://schemas.openxmlformats.org/officeDocument/2006/relationships/notesMaster" Target="/ppt/notesMasters/notesMaster1.xml" Id="R26ee7bf470314e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dab1f3281849be" /><Relationship Type="http://schemas.openxmlformats.org/officeDocument/2006/relationships/notesMaster" Target="/ppt/notesMasters/notesMaster1.xml" Id="R403393a7565247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92de0edd3c4b82" /><Relationship Type="http://schemas.openxmlformats.org/officeDocument/2006/relationships/notesMaster" Target="/ppt/notesMasters/notesMaster1.xml" Id="R72d85f9ba3f840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5dc37267b94e2c" /><Relationship Type="http://schemas.openxmlformats.org/officeDocument/2006/relationships/notesMaster" Target="/ppt/notesMasters/notesMaster1.xml" Id="R4b92d7f67dbb44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e512aab9724573" /><Relationship Type="http://schemas.openxmlformats.org/officeDocument/2006/relationships/notesMaster" Target="/ppt/notesMasters/notesMaster1.xml" Id="R3a87b71ebad346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771dc83daa4d2e" /><Relationship Type="http://schemas.openxmlformats.org/officeDocument/2006/relationships/notesMaster" Target="/ppt/notesMasters/notesMaster1.xml" Id="R15566d7652d245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3b6308dcb3421e" /><Relationship Type="http://schemas.openxmlformats.org/officeDocument/2006/relationships/notesMaster" Target="/ppt/notesMasters/notesMaster1.xml" Id="Ra8fd4d73cb554b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84f793b59e4fc7" /><Relationship Type="http://schemas.openxmlformats.org/officeDocument/2006/relationships/notesMaster" Target="/ppt/notesMasters/notesMaster1.xml" Id="Rf7dc650671cc46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weeks3-4/index.html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weeks3-4/index.html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Working drawings, dimensions and component orientation and From working drawing to cutting 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weeks3-4/index.html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Timber selection, grain direction and defects and Preparing timber with the FEWTEL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weeks3-4/index.html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Matching visible components and grain orientation and Labelling, checking and hold points before joinery.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weeks3-4/index.html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weeks3-4/index.html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weeks3-4/index.html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weeks3-4/index.html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466beaf29949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8ab8f9f0824cd6" /><Relationship Type="http://schemas.openxmlformats.org/officeDocument/2006/relationships/slideLayout" Target="/ppt/slideLayouts/slideLayout1.xml" Id="R1735c61b50ef4c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35c61b50ef4c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0f1f85f074013" /><Relationship Type="http://schemas.openxmlformats.org/officeDocument/2006/relationships/image" Target="/ppt/media/image.png" Id="R46ecc5bee53f47e5" /><Relationship Type="http://schemas.openxmlformats.org/officeDocument/2006/relationships/notesSlide" Target="/ppt/notesSlides/notesSlide1.xml" Id="Rcbb85e6fc5074e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ca6e2e66341a1" /><Relationship Type="http://schemas.openxmlformats.org/officeDocument/2006/relationships/notesSlide" Target="/ppt/notesSlides/notesSlide2.xml" Id="R02acba02c52346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91d02ed094f1c" /><Relationship Type="http://schemas.openxmlformats.org/officeDocument/2006/relationships/notesSlide" Target="/ppt/notesSlides/notesSlide3.xml" Id="R2906f42940bd4b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fad05d5c61498d" /><Relationship Type="http://schemas.openxmlformats.org/officeDocument/2006/relationships/notesSlide" Target="/ppt/notesSlides/notesSlide4.xml" Id="R1c799984f5db4a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07c3908ce49a5" /><Relationship Type="http://schemas.openxmlformats.org/officeDocument/2006/relationships/notesSlide" Target="/ppt/notesSlides/notesSlide5.xml" Id="R15876f0359b342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bf8ad4cc441c1" /><Relationship Type="http://schemas.openxmlformats.org/officeDocument/2006/relationships/notesSlide" Target="/ppt/notesSlides/notesSlide6.xml" Id="R6f1b85a266fb4d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3da4912e71455b" /><Relationship Type="http://schemas.openxmlformats.org/officeDocument/2006/relationships/notesSlide" Target="/ppt/notesSlides/notesSlide7.xml" Id="R5ef87fefccd341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fc388fb624357" /><Relationship Type="http://schemas.openxmlformats.org/officeDocument/2006/relationships/notesSlide" Target="/ppt/notesSlides/notesSlide8.xml" Id="Re54e64f0173d43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5D1FC0-4088-4FA6-BCC8-97C81B50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6E7E5-A1B8-46F8-8BAB-BC707FD2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4951BD-9C9B-492F-868B-C575663E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3–4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C3A081-137E-4264-8882-9492BDF7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Working drawings, cutting lists and timber preparation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625C7E-1825-4853-B758-F048B9F7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Weeks 3–4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250B4-1863-4A3E-815C-C65603D4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DF25B-4F11-4AE1-B5F9-F71F63DB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C2DBB-7035-4C11-A531-54DA85F9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EBD2BD"/>
          </a:solidFill>
          <a:ln xmlns:a="http://schemas.openxmlformats.org/drawingml/2006/main" w="0">
            <a:solidFill>
              <a:srgbClr val="EBD2BD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ecc5bee53f47e5"/>
          <a:stretch xmlns:a="http://schemas.openxmlformats.org/drawingml/2006/main"/>
        </p:blipFill>
        <p:spPr>
          <a:xfrm xmlns:a="http://schemas.openxmlformats.org/drawingml/2006/main">
            <a:off x="7658100" y="1286376"/>
            <a:ext cx="3714750" cy="4170947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12891378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6B8D7D-315A-4D10-8CDA-7932B2E8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010B9-78CB-4E3D-BAE9-D9523EBF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3295F-B7D2-4695-862A-2B825BB6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3–4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AC67D-9429-408E-B68B-720B1C4B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0AC407-E759-4A8B-ABDA-6D9F9EB7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253678-ED12-4A58-9515-B79F7CE1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D5F6EC-ABEC-4249-8038-65529E33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1FC58-2275-4D10-83BE-FE274632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Working drawings, dimensions and component orientation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9DEF0-4E4B-4426-9D62-8E9ECD33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D18A1C-3146-4F6C-A1A1-A631CB0E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9AAFAF-617C-4453-AB0D-D1F4DA39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From working drawing to cutting list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13BE8F-DED5-4647-B612-01CB72EC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7D017B-BBB5-4878-AD0A-5917BBE5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C6D541-95F5-4403-B1F6-82F3A567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Timber selection, grain direction and defects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D832F6-9B27-4E51-9905-AE54FFD1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4EDE55-58DA-4521-9178-25D4A4A0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E03F34-2617-43FD-9BEE-F9E92A2F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81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Preparing timber with the FEWTEL sequence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AA3C91-2E15-4CB1-8FF2-D51A60A3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86D9A8-7A2F-444E-B964-F22277D5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608E4D-EFEE-4AA9-97AB-956DF6D2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909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Matching visible components and grain orientation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2DB0DD-C32D-4C18-93C0-AC172C77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E4B3D5-4997-4D1C-B02F-55A15864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14E9E8-116F-4ACF-BB40-0A91B439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005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Labelling, checking and hold points before joinery</a:t>
            </a:r>
          </a:p>
        </p:txBody>
      </p:sp>
    </p:spTree>
    <p:extLst>
      <p:ext uri="{BB962C8B-B14F-4D97-AF65-F5344CB8AC3E}">
        <p14:creationId xmlns:p14="http://schemas.microsoft.com/office/powerpoint/2010/main" val="1646226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CED884-FBC6-4683-ADA6-01B26174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082E3D-384F-4491-A1D1-15DFEF6A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1FA6B-9F4C-429A-9D10-C745B971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3–4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14DE1-8667-475A-922E-0FB780D7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Working drawings, dimensions and component orientation +…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2968F-7C8D-4296-82C3-E476A462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A07B9-843B-4D9A-93F5-BE356006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Working drawings, dimensions and component orientation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EA26B-2788-4737-A9DC-A91A1D20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working drawing communicates the exact information needed to manufacture the approved bedside table.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FA5C72-1091-4C94-8F9D-BD218D7A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DF1772-E69C-4067-A83F-4AA184AA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From working drawing to cutting list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A45A29-9875-4FC3-8B72-68CF3D1E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cutting list is the bridge between the drawing and the timber rack.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9367E8-9801-4522-A0C2-C041C26F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20005581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4A3874-F031-40FE-88B9-8C793A9C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0F7345-27FF-4CAE-8310-E69F614C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F771B4-6844-422E-9523-9890989E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3–4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70E06-D9F8-409A-860B-88E88A7B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Timber selection, grain direction and defects +…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A5F25-E23F-4796-B7A0-957351DC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1B06E-ECAB-40E8-9C61-DAE9B362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Timber selection, grain direction and defects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EB8875-B187-4FAA-8411-29069677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cutting list turns the approved working drawing into a clear record of every timber component needed for the bedside table.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7CB4FB-DEEB-4BB5-B0B3-E63EF4F2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964820-2F15-4412-86AE-2CE60A22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Preparing timber with the FEWTEL sequence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552DE6-058B-443F-AA25-0B3254B2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Prepare timber in a safe, orderly sequence so every component begins straight, square and suitable for accurate marking.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180482-78F4-453C-98C6-421DF18A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9913945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6FF2A-D85D-4B2C-8C30-E6FB15D7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35B652-0672-47E0-B96D-36C1431D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07E25-754F-48AA-B3F0-473FD866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3–4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211A67-0917-444D-ACDF-88687A69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Matching visible components and grain orientation +…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3994F-8654-44C9-BA28-4A238647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A6AEDA-2222-4A2E-B8DB-47A7D26F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Matching visible components and grain orientation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53F5E6-95F9-406F-8D1C-891CD04A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bedside table is viewed from several sides at close range, so timber placement affects both appearance and structural reliability.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246B1-02DB-4655-AA44-C8945B8B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A67F41-A6DA-438F-8D72-FD0FFE9F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Labelling, checking and hold points before joinery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950C38-B324-4792-9120-5B3AC3C3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quality gate is a planned stop where evidence is checked before work moves to a harder-to-correct stage.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4EF34A-9516-45D1-80BE-BB597CA1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6468973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3660C5-4217-4002-AF49-D6A6DC6F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84AB91-3A78-4EA7-9EAE-D6F808F1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EBAD3-9C63-4CC5-B42A-7FC47FEF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3–4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EB03F-AC76-4A38-A157-07107CF4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2ED18-E17A-4CB0-A9B4-49BFD55B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B603D"/>
                </a:solidFill>
              </a:defRPr>
            </a:pPr>
            <a:r>
              <a:rPr sz="1575" b="1">
                <a:solidFill>
                  <a:srgbClr val="9B603D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D0292-AECA-4638-856C-E4E69EFA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Working drawings, dimensions and component orientation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3DD34F-6B03-4BFE-8BDE-95C0C509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B603D"/>
                </a:solidFill>
              </a:defRPr>
            </a:pPr>
            <a:r>
              <a:rPr sz="1575" b="1">
                <a:solidFill>
                  <a:srgbClr val="9B603D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44CC48-C17E-4C5D-86B5-A8D32547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Preparing timber with the FEWTEL sequence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811C67-BF02-41CB-A027-CA632278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B603D"/>
                </a:solidFill>
              </a:defRPr>
            </a:pPr>
            <a:r>
              <a:rPr sz="1575" b="1">
                <a:solidFill>
                  <a:srgbClr val="9B603D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0905D-BB6D-426D-B66E-D277FB26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Labelling, checking and hold points before joinery</a:t>
            </a:r>
          </a:p>
        </p:txBody>
      </p:sp>
    </p:spTree>
    <p:extLst>
      <p:ext uri="{BB962C8B-B14F-4D97-AF65-F5344CB8AC3E}">
        <p14:creationId xmlns:p14="http://schemas.microsoft.com/office/powerpoint/2010/main" val="6465588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C459D5-EB03-4B63-B649-8307AF4A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C3B869-188E-46EB-8755-2B66AC5D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228B51-8FCB-4239-81D1-4F2BAB82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3–4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2EE3A-55AC-4291-807A-E521E796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F8DE3-24B1-4FEB-A5C9-9B87D22C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603D"/>
                </a:solidFill>
              </a:defRPr>
            </a:pPr>
            <a:r>
              <a:rPr sz="2100" b="1">
                <a:solidFill>
                  <a:srgbClr val="9B603D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714F08-AD9E-4B8D-B9C2-5EB0DFB7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888931-DA5C-4801-97DE-52726199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AAD787-B0D1-4084-A497-11362B01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603D"/>
                </a:solidFill>
              </a:defRPr>
            </a:pPr>
            <a:r>
              <a:rPr sz="2100" b="1">
                <a:solidFill>
                  <a:srgbClr val="9B603D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6DD2F3-5DD0-485C-8D72-7187D958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9482AF-A0BD-4350-97D9-1A37BBE5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CADA85-B7C2-4E23-A25C-337F449F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603D"/>
                </a:solidFill>
              </a:defRPr>
            </a:pPr>
            <a:r>
              <a:rPr sz="2100" b="1">
                <a:solidFill>
                  <a:srgbClr val="9B603D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C8F2DD-D228-4482-BF50-F945A2E0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B3769C-4C49-4B6F-8C55-57BEA449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0FBEFB-3B55-4CAB-B1B2-F89115B9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603D"/>
                </a:solidFill>
              </a:defRPr>
            </a:pPr>
            <a:r>
              <a:rPr sz="2100" b="1">
                <a:solidFill>
                  <a:srgbClr val="9B603D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C87F28-87E0-4EF5-9AB5-2861173F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16530924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6CBD90-301A-4E12-BB0A-A5BA525F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1A801-2E0E-4102-951B-49B6F46A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26C7B6-02AD-4067-822F-2FFA54F3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3–4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0C6529-A752-4F10-8237-91B5DE22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3D8FA3-E64D-48D8-967B-E489CDF7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AF9FD3-B1F3-4909-AE46-F412037B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009B1C-27B3-4EF9-882F-C6971FCD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1. One idea I can now explain: Working drawings, dimensions and component orientation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BFE353-D762-4042-AACA-AFECACB5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FA52F7-23E5-4F1F-974C-4226F43A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1AC9F8-B0E8-4BE1-A289-509C5E93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325F0D-713B-4B6B-8493-BA7A76EC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A79F59-1832-4B71-A812-99F5DBD4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B603D"/>
                </a:solidFill>
              </a:defRPr>
            </a:pPr>
            <a:r>
              <a:rPr sz="1350" b="1">
                <a:solidFill>
                  <a:srgbClr val="9B603D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18870726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2026-08-16T02:12:38.4480000Z</dcterms:created>
  <dcterms:modified xsi:type="dcterms:W3CDTF">2026-08-16T02:12:38.4480000Z</dcterms:modified>
</coreProperties>
</file>