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f678ba4e3744b5" /><Relationship Type="http://schemas.openxmlformats.org/officeDocument/2006/relationships/extended-properties" Target="/docProps/app.xml" Id="R5c9f500589cf45bb" /><Relationship Type="http://schemas.openxmlformats.org/officeDocument/2006/relationships/officeDocument" Target="/ppt/presentation.xml" Id="R472667182b1844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55734049104771"/>
  </p:sldMasterIdLst>
  <p:notesMasterIdLst>
    <p:notesMasterId xmlns:r="http://schemas.openxmlformats.org/officeDocument/2006/relationships" r:id="R9fd22076e342476f"/>
  </p:notesMasterIdLst>
  <p:sldIdLst>
    <p:sldId xmlns:r="http://schemas.openxmlformats.org/officeDocument/2006/relationships" id="256" r:id="Rb4133c9c6a6d4be9"/>
    <p:sldId xmlns:r="http://schemas.openxmlformats.org/officeDocument/2006/relationships" id="257" r:id="R7c2db1670ff24008"/>
    <p:sldId xmlns:r="http://schemas.openxmlformats.org/officeDocument/2006/relationships" id="258" r:id="R4f506a3c358f4715"/>
    <p:sldId xmlns:r="http://schemas.openxmlformats.org/officeDocument/2006/relationships" id="259" r:id="R4b170e1ef2114b17"/>
    <p:sldId xmlns:r="http://schemas.openxmlformats.org/officeDocument/2006/relationships" id="260" r:id="Rbb885289a47e4cb9"/>
    <p:sldId xmlns:r="http://schemas.openxmlformats.org/officeDocument/2006/relationships" id="261" r:id="R34911442901f4563"/>
    <p:sldId xmlns:r="http://schemas.openxmlformats.org/officeDocument/2006/relationships" id="262" r:id="Rc50c12630f7949f6"/>
    <p:sldId xmlns:r="http://schemas.openxmlformats.org/officeDocument/2006/relationships" id="263" r:id="R495a0bc59b464c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fa4a671cd4422d" /><Relationship Type="http://schemas.openxmlformats.org/officeDocument/2006/relationships/slideMaster" Target="/ppt/slideMasters/slideMaster1.xml" Id="R0355734049104771" /><Relationship Type="http://schemas.openxmlformats.org/officeDocument/2006/relationships/notesMaster" Target="/ppt/notesMasters/notesMaster1.xml" Id="R9fd22076e342476f" /><Relationship Type="http://schemas.openxmlformats.org/officeDocument/2006/relationships/presProps" Target="/ppt/presProps.xml" Id="R75517d73db3c428d" /><Relationship Type="http://schemas.openxmlformats.org/officeDocument/2006/relationships/tableStyles" Target="/ppt/tableStyles.xml" Id="Re31bee7218f74b15" /><Relationship Type="http://schemas.openxmlformats.org/officeDocument/2006/relationships/slide" Target="/ppt/slides/slide1.xml" Id="Rb4133c9c6a6d4be9" /><Relationship Type="http://schemas.openxmlformats.org/officeDocument/2006/relationships/slide" Target="/ppt/slides/slide2.xml" Id="R7c2db1670ff24008" /><Relationship Type="http://schemas.openxmlformats.org/officeDocument/2006/relationships/slide" Target="/ppt/slides/slide3.xml" Id="R4f506a3c358f4715" /><Relationship Type="http://schemas.openxmlformats.org/officeDocument/2006/relationships/slide" Target="/ppt/slides/slide4.xml" Id="R4b170e1ef2114b17" /><Relationship Type="http://schemas.openxmlformats.org/officeDocument/2006/relationships/slide" Target="/ppt/slides/slide5.xml" Id="Rbb885289a47e4cb9" /><Relationship Type="http://schemas.openxmlformats.org/officeDocument/2006/relationships/slide" Target="/ppt/slides/slide6.xml" Id="R34911442901f4563" /><Relationship Type="http://schemas.openxmlformats.org/officeDocument/2006/relationships/slide" Target="/ppt/slides/slide7.xml" Id="Rc50c12630f7949f6" /><Relationship Type="http://schemas.openxmlformats.org/officeDocument/2006/relationships/slide" Target="/ppt/slides/slide8.xml" Id="R495a0bc59b464c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307275fdff4f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d6a4ad48bc4070" /><Relationship Type="http://schemas.openxmlformats.org/officeDocument/2006/relationships/notesMaster" Target="/ppt/notesMasters/notesMaster1.xml" Id="R3948597e69244a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b6ab66165f4821" /><Relationship Type="http://schemas.openxmlformats.org/officeDocument/2006/relationships/notesMaster" Target="/ppt/notesMasters/notesMaster1.xml" Id="R7c6c080fb31c40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1b851f077e45a1" /><Relationship Type="http://schemas.openxmlformats.org/officeDocument/2006/relationships/notesMaster" Target="/ppt/notesMasters/notesMaster1.xml" Id="R5be823673c1b4a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ac581c2b7940a5" /><Relationship Type="http://schemas.openxmlformats.org/officeDocument/2006/relationships/notesMaster" Target="/ppt/notesMasters/notesMaster1.xml" Id="Rc51ce4194d3d44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8ff739a83741a3" /><Relationship Type="http://schemas.openxmlformats.org/officeDocument/2006/relationships/notesMaster" Target="/ppt/notesMasters/notesMaster1.xml" Id="R761e70345e1448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2c225f72c54529" /><Relationship Type="http://schemas.openxmlformats.org/officeDocument/2006/relationships/notesMaster" Target="/ppt/notesMasters/notesMaster1.xml" Id="Rfe95b26651f84c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d6d1400b6048c8" /><Relationship Type="http://schemas.openxmlformats.org/officeDocument/2006/relationships/notesMaster" Target="/ppt/notesMasters/notesMaster1.xml" Id="Rbbe537e9bd8f48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d0beb783c34c25" /><Relationship Type="http://schemas.openxmlformats.org/officeDocument/2006/relationships/notesMaster" Target="/ppt/notesMasters/notesMaster1.xml" Id="Rdf295d70c2c440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Aligning the thick top accurately and Why solid timber moves across the grain.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Using the approved top-fixing method and Final hardware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Diagnosing a top that rocks, cups or sits unevenly and Final assembly tolerances and quality 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91f451525a4a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f3e5a1061245a1" /><Relationship Type="http://schemas.openxmlformats.org/officeDocument/2006/relationships/slideLayout" Target="/ppt/slideLayouts/slideLayout1.xml" Id="Rffd8b56a966f4d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d8b56a966f4d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7ddb2d8c74121" /><Relationship Type="http://schemas.openxmlformats.org/officeDocument/2006/relationships/image" Target="/ppt/media/image.png" Id="R8891ee6778ce4e26" /><Relationship Type="http://schemas.openxmlformats.org/officeDocument/2006/relationships/notesSlide" Target="/ppt/notesSlides/notesSlide1.xml" Id="Rfa661afca2444f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24f9cf9144348" /><Relationship Type="http://schemas.openxmlformats.org/officeDocument/2006/relationships/notesSlide" Target="/ppt/notesSlides/notesSlide2.xml" Id="R0476b818c61242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30d8dbb5f4ffe" /><Relationship Type="http://schemas.openxmlformats.org/officeDocument/2006/relationships/notesSlide" Target="/ppt/notesSlides/notesSlide3.xml" Id="Rde8192825f804e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a18e0ed8b46c2" /><Relationship Type="http://schemas.openxmlformats.org/officeDocument/2006/relationships/notesSlide" Target="/ppt/notesSlides/notesSlide4.xml" Id="Rce34e6f7f8a544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411065f1741cb" /><Relationship Type="http://schemas.openxmlformats.org/officeDocument/2006/relationships/notesSlide" Target="/ppt/notesSlides/notesSlide5.xml" Id="Rb8efe14ed58942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9099f050e470e" /><Relationship Type="http://schemas.openxmlformats.org/officeDocument/2006/relationships/notesSlide" Target="/ppt/notesSlides/notesSlide6.xml" Id="R7f7bd4586fd541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d6ae919a54966" /><Relationship Type="http://schemas.openxmlformats.org/officeDocument/2006/relationships/notesSlide" Target="/ppt/notesSlides/notesSlide7.xml" Id="Rc7e542c2633e4d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df226f0a34c4a" /><Relationship Type="http://schemas.openxmlformats.org/officeDocument/2006/relationships/notesSlide" Target="/ppt/notesSlides/notesSlide8.xml" Id="Rf739f80ea17449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20D57-5C13-4702-93B8-EFF080C3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34253-1C3F-40EF-AF1E-6359BFAB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9622C-A22B-4E96-822C-6CAC4019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DD03E-A58C-449A-A33A-A95F7A44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Top fitting, timber movement and final hardware checks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67526-0D83-4D0A-9154-90E6B75D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11–12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69453-0FB3-4FE9-B2C4-4EEDD4B1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3D082-D6A0-4C03-A267-DE2274AA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DF1B9-252B-454B-A8F5-4FF01E95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BD2BD"/>
          </a:solidFill>
          <a:ln xmlns:a="http://schemas.openxmlformats.org/drawingml/2006/main" w="0">
            <a:solidFill>
              <a:srgbClr val="EBD2BD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1ee6778ce4e26"/>
          <a:stretch xmlns:a="http://schemas.openxmlformats.org/drawingml/2006/main"/>
        </p:blipFill>
        <p:spPr>
          <a:xfrm xmlns:a="http://schemas.openxmlformats.org/drawingml/2006/main">
            <a:off x="7658100" y="1280261"/>
            <a:ext cx="3714750" cy="4183179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1929696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6AD32D-671E-415D-84BF-15B8464C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F4A0B-3C23-47AB-9A30-A42CABEA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B0DD1-6656-405F-815D-C9BD88A1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11F08-AA3D-49DC-A52D-8B597CD4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ACD96-57BB-427B-B42A-F672DCCB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739EF-3923-4E79-88E8-B0C4C7CA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63619-6A8E-44F2-850C-84B3123A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1C697-A2B9-4DF7-806C-43598944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Aligning the thick top accurately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09227-1C58-4B86-9B56-297F3337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D343A-6CEB-4004-BB7F-848D10A2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2C8224-F409-4DCC-BE2B-CF5E8844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Why solid timber moves across the grain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52135-DD65-4558-A860-972B70DB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6A86B-A0E2-44A9-8D1F-F32F64FC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F12FF-759F-413F-9FE5-A22BE9D7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Using the approved top-fixing method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AB83D2-0CA3-4AFD-AFEB-EA597CCA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1274C-3E89-48FD-98F0-9AC8D9E7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4B18B7-BB51-403E-BE29-A8D55EF3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Final hardware checks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785FD4-4423-4E4B-9B91-ABFCAB01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BCC213-5E7D-47C8-9F16-51AF6792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4DB5CA-61EB-44A6-96B8-19465DC8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Diagnosing a top that rocks, cups or sits unevenly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DA1FDA-4A3F-400D-812D-9882BA75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9E3DA5-A817-4540-81F0-95D166F3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087D8F-2D58-46DD-A680-5E3B62AC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Final assembly tolerances and quality gates</a:t>
            </a:r>
          </a:p>
        </p:txBody>
      </p:sp>
    </p:spTree>
    <p:extLst>
      <p:ext uri="{BB962C8B-B14F-4D97-AF65-F5344CB8AC3E}">
        <p14:creationId xmlns:p14="http://schemas.microsoft.com/office/powerpoint/2010/main" val="6799667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E595B-10C0-45AE-AC75-87AF25D5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885BCC-6B93-4A07-BEBD-A377C111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2B3AA-53AB-4733-8BBC-E1D68E43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72092-3EAC-472F-B09B-0890E7D7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Aligning the thick top accurately + Why solid timber…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9486E-3FE8-4F3F-AE91-B83DC040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A8D57-BD69-401F-BE28-79BB3993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Aligning the thick top accurately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03CE8-79D2-4CE4-9DF0-9194D847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thick solid-timber top should be fitted so it sits flat, centred and slightly overhangs the slim tapered-leg frame as shown on the approved drawing.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73B97B-8BDD-444D-8601-C562EEE5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D696F-01D6-4588-9498-5326EE3C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Why solid timber moves across the grain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5F97B-E14A-4064-895C-8E56523D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Solid timber changes moisture content as surrounding conditions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6484E-483E-4693-BFF1-EF42B69F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7260066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121006-A7CE-48DE-B404-C459A46F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8CCFA-CC6F-459B-8616-95C0F9B4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AC3FC-5441-45F7-93CB-A78D20B4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92CAB-64C3-45B9-B15B-96E23D1B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Using the approved top-fixing method + Final hardware…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F7C65-16A1-424B-8638-2334235F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8B1EA-F173-4CEC-918F-E222C2C1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Using the approved top-fixing method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3F899-3C66-4471-9952-21E9E179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Grain direction determines how a solid timber top responds to seasonal moisture changes.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B7F1D-37AF-402B-ABC2-CD82C9D1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79A20-8965-4753-9867-49C21A40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Final hardware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30C2C-29F6-4EEC-96CE-FBD36D40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Complete a final inspection of only the hardware shown on the approved plan.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8BC97-1A38-44BA-B7EC-2CB454DF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3733958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A8AD13-0DBC-476E-8943-083D5A7E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00C29-C375-4634-913A-514527B3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08BCD-6DCF-42EF-A81E-24FCCB2D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8110E-7FD8-419B-B178-D2EDF815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Diagnosing a top that rocks, cups or sits unevenly +…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AED0F-DFD8-4C6D-BB3B-1856ED35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BB9C7-9042-43AA-AD2C-F700E568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Diagnosing a top that rocks, cups or sits unevenly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A0D5F-BFC3-436A-84AE-009C6A5D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cause may be in the top, the frame, the fitting surfaces, the hardware or the bench used for checking.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7DCFE-C848-4A14-8277-44AB2F3B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F2F06-2687-442E-BE95-A0E2078E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Final assembly tolerances and quality gates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EA4B8C-693F-4BB5-AD5F-6BEFA903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Tolerance is the acceptable amount of variation from the intended result.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D5011-579B-44D2-9CA6-608D473B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5132900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235FA-5F9E-43C3-A8E5-D789B28B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9DE33-DBBA-462A-9F47-2F9E59A7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8EBF3-D2D3-45EE-98E9-4425E6C2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D78CD-1173-4C18-AB6B-17BC8411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B1B2F-05BB-4E2C-BCAF-5C332C6B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03D"/>
                </a:solidFill>
              </a:defRPr>
            </a:pPr>
            <a:r>
              <a:rPr sz="1575" b="1">
                <a:solidFill>
                  <a:srgbClr val="9B603D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DC41B-9EDA-44E0-8BCB-11FD991E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Aligning the thick top accurately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E2F96-ACF3-4339-94D5-1BE195ED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03D"/>
                </a:solidFill>
              </a:defRPr>
            </a:pPr>
            <a:r>
              <a:rPr sz="1575" b="1">
                <a:solidFill>
                  <a:srgbClr val="9B603D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26FA4-9C15-4BD4-88F7-94D76967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Final hardware checks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632C2-2D36-4AE5-8474-BB515E00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03D"/>
                </a:solidFill>
              </a:defRPr>
            </a:pPr>
            <a:r>
              <a:rPr sz="1575" b="1">
                <a:solidFill>
                  <a:srgbClr val="9B603D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46D40C-0637-462B-8B92-8EDDE0D8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Final assembly tolerances and quality gates</a:t>
            </a:r>
          </a:p>
        </p:txBody>
      </p:sp>
    </p:spTree>
    <p:extLst>
      <p:ext uri="{BB962C8B-B14F-4D97-AF65-F5344CB8AC3E}">
        <p14:creationId xmlns:p14="http://schemas.microsoft.com/office/powerpoint/2010/main" val="17791542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905EEC-C9A9-424F-9BBC-B5C81BDA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80D5A-028A-48FC-9725-9EB28E4B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A7D65-5231-4836-9781-611F3FDA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8C4A4-BD1F-4394-85D4-7457052D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8667C-B8BF-4B74-B372-89316FD2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93EA9-7BD4-4A28-A7B7-1A905DAB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06FA7-B605-40F1-AEC7-23F71CE7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7184E-CABF-4F71-9ED0-18D84532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8717E-E060-41B7-95C0-3CE8EBD8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F05AA-ABBC-4A78-A8ED-4DE82CA6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44BEA-C76E-4195-98A0-7DF7607C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DCAB1-2349-4746-B8FC-4FB7C604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0D2EA-2E3E-407B-AC0E-F1C4A923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91C2D9-BF64-4431-A9D2-E5B42A55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8639CE-BBC7-4C6B-9A19-DB23B58B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12556070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FDDA6-D011-4231-8CD4-DF555FA5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AFD32-129B-488A-A3B6-8C233E4F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A934D-13FA-4205-853B-055B27A1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48D12-1DC0-4EDF-99EC-7B190774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A2549-231B-4963-86D2-2FC3B25F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4D4E5-ED14-4897-A5B4-5A3A7AAE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5B54F-1803-4A49-A898-53714444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Aligning the thick top accurately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7F0520-311B-4B43-BBE8-38DEDD6E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5B45D-D93D-485A-A702-0CDC5220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12758-35F8-488E-8B03-BE3E0E15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255771-0589-472C-89CA-EE1A6F5D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BA2595-B0CA-480D-BF88-018C15BB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B603D"/>
                </a:solidFill>
              </a:defRPr>
            </a:pPr>
            <a:r>
              <a:rPr sz="1350" b="1">
                <a:solidFill>
                  <a:srgbClr val="9B603D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16996437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2026-08-16T02:12:40.5300000Z</dcterms:created>
  <dcterms:modified xsi:type="dcterms:W3CDTF">2026-08-16T02:12:40.5300000Z</dcterms:modified>
</coreProperties>
</file>