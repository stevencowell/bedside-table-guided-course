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f7b90aaf44f31" /><Relationship Type="http://schemas.openxmlformats.org/officeDocument/2006/relationships/extended-properties" Target="/docProps/app.xml" Id="R3d93d3b5f0754262" /><Relationship Type="http://schemas.openxmlformats.org/officeDocument/2006/relationships/officeDocument" Target="/ppt/presentation.xml" Id="R917c22459d10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9871c9463d4a7c"/>
  </p:sldMasterIdLst>
  <p:notesMasterIdLst>
    <p:notesMasterId xmlns:r="http://schemas.openxmlformats.org/officeDocument/2006/relationships" r:id="R670897fa406a4f98"/>
  </p:notesMasterIdLst>
  <p:sldIdLst>
    <p:sldId xmlns:r="http://schemas.openxmlformats.org/officeDocument/2006/relationships" id="256" r:id="R57bd8446456f40de"/>
    <p:sldId xmlns:r="http://schemas.openxmlformats.org/officeDocument/2006/relationships" id="257" r:id="Rc291faf6ccf546a9"/>
    <p:sldId xmlns:r="http://schemas.openxmlformats.org/officeDocument/2006/relationships" id="258" r:id="R4a1cd96f144f46c5"/>
    <p:sldId xmlns:r="http://schemas.openxmlformats.org/officeDocument/2006/relationships" id="259" r:id="R6aa181a555474046"/>
    <p:sldId xmlns:r="http://schemas.openxmlformats.org/officeDocument/2006/relationships" id="260" r:id="Rcab8b144ca20487a"/>
    <p:sldId xmlns:r="http://schemas.openxmlformats.org/officeDocument/2006/relationships" id="261" r:id="Rb82c8cd8dc46415e"/>
    <p:sldId xmlns:r="http://schemas.openxmlformats.org/officeDocument/2006/relationships" id="262" r:id="R52e39c588ad7432f"/>
    <p:sldId xmlns:r="http://schemas.openxmlformats.org/officeDocument/2006/relationships" id="263" r:id="R7015250694f3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24d31f8a64b11" /><Relationship Type="http://schemas.openxmlformats.org/officeDocument/2006/relationships/slideMaster" Target="/ppt/slideMasters/slideMaster1.xml" Id="R8d9871c9463d4a7c" /><Relationship Type="http://schemas.openxmlformats.org/officeDocument/2006/relationships/notesMaster" Target="/ppt/notesMasters/notesMaster1.xml" Id="R670897fa406a4f98" /><Relationship Type="http://schemas.openxmlformats.org/officeDocument/2006/relationships/presProps" Target="/ppt/presProps.xml" Id="R806edd82207847f4" /><Relationship Type="http://schemas.openxmlformats.org/officeDocument/2006/relationships/tableStyles" Target="/ppt/tableStyles.xml" Id="R0329c42af51f48a5" /><Relationship Type="http://schemas.openxmlformats.org/officeDocument/2006/relationships/slide" Target="/ppt/slides/slide1.xml" Id="R57bd8446456f40de" /><Relationship Type="http://schemas.openxmlformats.org/officeDocument/2006/relationships/slide" Target="/ppt/slides/slide2.xml" Id="Rc291faf6ccf546a9" /><Relationship Type="http://schemas.openxmlformats.org/officeDocument/2006/relationships/slide" Target="/ppt/slides/slide3.xml" Id="R4a1cd96f144f46c5" /><Relationship Type="http://schemas.openxmlformats.org/officeDocument/2006/relationships/slide" Target="/ppt/slides/slide4.xml" Id="R6aa181a555474046" /><Relationship Type="http://schemas.openxmlformats.org/officeDocument/2006/relationships/slide" Target="/ppt/slides/slide5.xml" Id="Rcab8b144ca20487a" /><Relationship Type="http://schemas.openxmlformats.org/officeDocument/2006/relationships/slide" Target="/ppt/slides/slide6.xml" Id="Rb82c8cd8dc46415e" /><Relationship Type="http://schemas.openxmlformats.org/officeDocument/2006/relationships/slide" Target="/ppt/slides/slide7.xml" Id="R52e39c588ad7432f" /><Relationship Type="http://schemas.openxmlformats.org/officeDocument/2006/relationships/slide" Target="/ppt/slides/slide8.xml" Id="R7015250694f3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c7bfec2bd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061d1e3e034383" /><Relationship Type="http://schemas.openxmlformats.org/officeDocument/2006/relationships/notesMaster" Target="/ppt/notesMasters/notesMaster1.xml" Id="R1c8e87b5842248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69d8b010444c4e" /><Relationship Type="http://schemas.openxmlformats.org/officeDocument/2006/relationships/notesMaster" Target="/ppt/notesMasters/notesMaster1.xml" Id="Rd133869b304a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a214359a546fe" /><Relationship Type="http://schemas.openxmlformats.org/officeDocument/2006/relationships/notesMaster" Target="/ppt/notesMasters/notesMaster1.xml" Id="R76d4234d5eb44f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304240d5b4e09" /><Relationship Type="http://schemas.openxmlformats.org/officeDocument/2006/relationships/notesMaster" Target="/ppt/notesMasters/notesMaster1.xml" Id="Rc7c10c76dfab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3796c67aa14b5e" /><Relationship Type="http://schemas.openxmlformats.org/officeDocument/2006/relationships/notesMaster" Target="/ppt/notesMasters/notesMaster1.xml" Id="R5965e6cc56d7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9edeb106f4ff4" /><Relationship Type="http://schemas.openxmlformats.org/officeDocument/2006/relationships/notesMaster" Target="/ppt/notesMasters/notesMaster1.xml" Id="R52eb544c0f71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f85ae5bd94084" /><Relationship Type="http://schemas.openxmlformats.org/officeDocument/2006/relationships/notesMaster" Target="/ppt/notesMasters/notesMaster1.xml" Id="R094e36801ab843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6def6f88984677" /><Relationship Type="http://schemas.openxmlformats.org/officeDocument/2006/relationships/notesMaster" Target="/ppt/notesMasters/notesMaster1.xml" Id="R7e126b4c828b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the project brief and success criteria and Reading the project plans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How the bedside table carries load and stays stable and Workshop safety and risk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Design criteria, sketches and approved choices and Datums, face side, face edge and matched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07f1610aa4d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de936a2d34344" /><Relationship Type="http://schemas.openxmlformats.org/officeDocument/2006/relationships/slideLayout" Target="/ppt/slideLayouts/slideLayout1.xml" Id="Rfdd616a51918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616a51918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1ac8f98f64ec1" /><Relationship Type="http://schemas.openxmlformats.org/officeDocument/2006/relationships/image" Target="/ppt/media/image.png" Id="Rdbb6749d92ae4c4d" /><Relationship Type="http://schemas.openxmlformats.org/officeDocument/2006/relationships/notesSlide" Target="/ppt/notesSlides/notesSlide1.xml" Id="R1e67e139089b4d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8af7156cd423e" /><Relationship Type="http://schemas.openxmlformats.org/officeDocument/2006/relationships/notesSlide" Target="/ppt/notesSlides/notesSlide2.xml" Id="R647a612da4cc45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fe310447347ea" /><Relationship Type="http://schemas.openxmlformats.org/officeDocument/2006/relationships/notesSlide" Target="/ppt/notesSlides/notesSlide3.xml" Id="R8b4feeb47f8648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be4841814686" /><Relationship Type="http://schemas.openxmlformats.org/officeDocument/2006/relationships/notesSlide" Target="/ppt/notesSlides/notesSlide4.xml" Id="R846586f18e52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86e0e33343b0" /><Relationship Type="http://schemas.openxmlformats.org/officeDocument/2006/relationships/notesSlide" Target="/ppt/notesSlides/notesSlide5.xml" Id="R85a4c6ff26e6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63de4b16544ed" /><Relationship Type="http://schemas.openxmlformats.org/officeDocument/2006/relationships/notesSlide" Target="/ppt/notesSlides/notesSlide6.xml" Id="Re536334c9e164a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352f7215d4d55" /><Relationship Type="http://schemas.openxmlformats.org/officeDocument/2006/relationships/notesSlide" Target="/ppt/notesSlides/notesSlide7.xml" Id="R44a4ee764e064e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02381a7f9407f" /><Relationship Type="http://schemas.openxmlformats.org/officeDocument/2006/relationships/notesSlide" Target="/ppt/notesSlides/notesSlide8.xml" Id="R2fb3901b1d734c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3B30A-BD40-45FA-B24D-D206B39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B2D3A-129C-4D4F-BBDC-6A74DEF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3656D-202F-4F45-B086-824BD12E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67F45-8EF9-4909-B8D0-D83C9E6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Project brief, plans, WHS, design and accurate mark-out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F62C9-01E4-43CC-8D60-7E1601C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1–2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C920B-BB06-47CF-9420-83E5990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784C1-FAAF-490F-930F-D2B1471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0438-3665-43BC-A544-2E239B7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6749d92ae4c4d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728770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DCB37-56F0-406A-968E-E040129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56211-5577-47CA-97B8-227A26D3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E4790-0132-4FB0-8598-1EFF455E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0B6F5-D5B8-4D4F-A8D9-8A541139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F3CBC-A5B7-4EF6-93CB-20B1953D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16032-0274-4331-B6D0-6EC58F50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3B12-0238-40B0-9CBF-216CA11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920FC-38BF-42CD-B320-4DC2E2E8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the project brief and success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FC4E5-C097-4E5F-8F85-FF3D9666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45B3D-D6E7-4C84-8BD2-A3DC709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DA153-AD6C-46ED-919C-459529C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Reading the project plans accurately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150AE-CBC6-4DE4-912B-E2EDE58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9C3CA-156F-4E30-94F9-C04D8E3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C487C-2ACE-49EF-A676-EF0C773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the bedside table carries load and stays stable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1B61A-D240-4D1B-9F31-BA1F791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713F4-A3AE-4A7A-A195-A7B6F7D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42216-55DC-47DF-A9D4-6D18613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Workshop safety and risk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08BD0-4D20-467B-9D10-F75C550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1DEE9-3113-4523-B18A-9147C9F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83B37-F348-46CB-A9A2-6187E899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Design criteria, sketches and approved choices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FD4A5-B596-4523-9EFB-03796254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DFD0B-78E2-4917-838A-2BB00DE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C4763-A695-4167-8E10-2D27E87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Datums, face side, face edge and matched components</a:t>
            </a:r>
          </a:p>
        </p:txBody>
      </p:sp>
    </p:spTree>
    <p:extLst>
      <p:ext uri="{BB962C8B-B14F-4D97-AF65-F5344CB8AC3E}">
        <p14:creationId xmlns:p14="http://schemas.microsoft.com/office/powerpoint/2010/main" val="338420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D72D8-73B6-43BA-BA23-945708D4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0C9B-DE77-4395-ADED-4C589AD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EF6A2-03F7-4957-A33F-719E422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46EFA-788F-4E4C-A33B-8C0AB75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the project brief and success criteria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6213D-C7C3-4086-B75C-DF8807D5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A87E8-8920-443E-8271-BC8D2D21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Understanding the project brief and success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3F30F-DA7C-4C69-BB64-90B9F35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project brief is to design and manufacture a timber bedside table that is stable, functional, accurately made and suitable for everyday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452B4-056C-4D34-A479-64ECEA2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05C7-20DE-483C-BA8A-8451127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Reading the project plans accurately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B2D49-6731-4A0F-876B-A7F21380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working drawing is the main guide for building the bedside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84503-5EC7-4BD3-8BC7-08FA4CCB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743159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8F7E7-0481-4466-9C7F-E78BB4B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B6C9E-4DC0-4245-83B4-24A95AD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15EA4-0130-40FF-A638-B84548B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94DBB-118D-4C94-876A-07C83EC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How the bedside table carries load and stays stable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CA651-A965-4D39-B273-51D47FB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F46BD-AA70-40FC-82AD-0BFB86C7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How the bedside table carries load and stays stable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41DBC-A31D-483A-8EE4-31B250C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table works as a connected frame.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2D26-69E4-48C0-BE06-8192085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9E2CE-FB77-4F3F-97B0-5DDB8153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Workshop safety and risk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47454-F146-4413-9EBC-5540951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Building a tapered-leg bedside table involves hazards during marking, cutting, sanding and assembly.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D6203-1885-4053-8883-8BEECC2B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69996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72E4E-11D2-4429-8588-BCB22F7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74227-175E-4638-9D8D-D0EACDE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3B00A-0ADF-48E6-B8C7-AB72D53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31FC6-11F2-4F79-8B8C-E636A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Design criteria, sketches and approved choices + Datums,…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5D99F-0B91-4D57-A957-FE5B91FC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3B332-55ED-48A6-8DDF-3BB58BC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Design criteria, sketches and approved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FBC44-A289-44ED-BC6D-DFF62E8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Design decisions must improve the complete project rather than one feature in isolation.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170BB-E43C-4B41-A5D1-A85D754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75A9A-09DC-4A89-A3A4-6767191C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Datums, face side, face edge and matched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635E2-EC07-4BBA-A513-791E49C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datum is a fixed reference face, edge or point from which related measurements are taken.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CB33E-E228-49E7-91D2-141E1B33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69934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F734D-34EB-4D38-9E91-8198D44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C7A33-56E2-4259-99F2-04A5C05E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3F0EF-7E00-4FE1-84AA-7CB5CD10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BD57E-A50C-4412-AEC6-71483F94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40E1-1AF9-49F4-992A-2ECA9F6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EF36-89BA-4D74-A679-CCA4038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the project brief and success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2DD51-2792-48DD-A301-6BF0DA89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2340A-006A-46FF-806E-07B9A11A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Workshop safety and risk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A39CE-10AB-442C-AC3B-8BCDD8C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2B589-2814-4580-8CF4-D83B36F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Datums, face side, face edge and matched components</a:t>
            </a:r>
          </a:p>
        </p:txBody>
      </p:sp>
    </p:spTree>
    <p:extLst>
      <p:ext uri="{BB962C8B-B14F-4D97-AF65-F5344CB8AC3E}">
        <p14:creationId xmlns:p14="http://schemas.microsoft.com/office/powerpoint/2010/main" val="77921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A0039-6591-4FCB-9B7E-2E299C7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A39B8-5D52-4C6E-A1B6-4387BA2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AE20-1254-4E4B-AA25-666AE97A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258C0-618C-4502-AF80-92EE649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026CA-A90A-401C-85A1-E67FC3F5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2C408-CD1E-487E-9CF2-0283964D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98395-2850-45DA-A3D2-A1D135F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E1859-EFC8-4638-ABF5-E54B70F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C611B-BD72-402F-942C-059CE4E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0A07A-F425-492D-AAC4-6C4EEBCD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B1F19-9182-435F-A424-C7EDC76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EF1EF-AE6E-4724-8E75-4712D00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CA11D-BDB3-46F8-8FA3-25986E4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9343E-F346-4C08-8AB0-778E13F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FA016-3C59-4BBA-AC00-F94E7035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835248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ECEF1-7F65-4CC8-AC9E-75460BC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51CA3-F7CC-427B-BDAF-3B79FAEB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24B90-79DA-460D-AE87-CDC6E285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37B6-677A-43A9-9EB5-3108A92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DD4E2-4B64-499D-894B-77DB6C3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287E3-0209-4585-AD3B-D1BA0EE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0F06D-5E1C-4ABF-ACAB-79707A8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Understanding the project brief and success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DF9E9-CBA6-4E14-A790-5BECD50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6DFE1-C6B7-4BE2-8501-88A315E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1FE23-CF14-4FB1-8415-24FDCD14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D0075-9C10-4432-9A26-D36750E4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DF066-2792-42D5-8493-DC648D2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350528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2026-08-16T02:12:37.8940000Z</dcterms:created>
  <dcterms:modified xsi:type="dcterms:W3CDTF">2026-08-16T02:12:37.8940000Z</dcterms:modified>
</coreProperties>
</file>